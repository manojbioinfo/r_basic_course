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6" r:id="rId2"/>
    <p:sldId id="274" r:id="rId3"/>
    <p:sldId id="257" r:id="rId4"/>
    <p:sldId id="272" r:id="rId5"/>
    <p:sldId id="309" r:id="rId6"/>
    <p:sldId id="308" r:id="rId7"/>
    <p:sldId id="273" r:id="rId8"/>
    <p:sldId id="276" r:id="rId9"/>
    <p:sldId id="277" r:id="rId10"/>
    <p:sldId id="278" r:id="rId11"/>
    <p:sldId id="285" r:id="rId12"/>
    <p:sldId id="286" r:id="rId13"/>
    <p:sldId id="288" r:id="rId14"/>
    <p:sldId id="287" r:id="rId15"/>
    <p:sldId id="289" r:id="rId16"/>
    <p:sldId id="279" r:id="rId17"/>
    <p:sldId id="280" r:id="rId18"/>
    <p:sldId id="281" r:id="rId19"/>
    <p:sldId id="282" r:id="rId20"/>
    <p:sldId id="283" r:id="rId21"/>
    <p:sldId id="291" r:id="rId22"/>
    <p:sldId id="302" r:id="rId23"/>
    <p:sldId id="303" r:id="rId24"/>
    <p:sldId id="292" r:id="rId25"/>
    <p:sldId id="299" r:id="rId26"/>
    <p:sldId id="306" r:id="rId27"/>
    <p:sldId id="305" r:id="rId28"/>
    <p:sldId id="301" r:id="rId29"/>
    <p:sldId id="300" r:id="rId30"/>
    <p:sldId id="293" r:id="rId31"/>
    <p:sldId id="294" r:id="rId32"/>
    <p:sldId id="295" r:id="rId33"/>
    <p:sldId id="304" r:id="rId34"/>
    <p:sldId id="307" r:id="rId35"/>
    <p:sldId id="311" r:id="rId36"/>
    <p:sldId id="310" r:id="rId37"/>
    <p:sldId id="312" r:id="rId38"/>
    <p:sldId id="298" r:id="rId39"/>
  </p:sldIdLst>
  <p:sldSz cx="8648700" cy="6489700"/>
  <p:notesSz cx="8648700" cy="64897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73" autoAdjust="0"/>
    <p:restoredTop sz="78356" autoAdjust="0"/>
  </p:normalViewPr>
  <p:slideViewPr>
    <p:cSldViewPr>
      <p:cViewPr varScale="1">
        <p:scale>
          <a:sx n="99" d="100"/>
          <a:sy n="99" d="100"/>
        </p:scale>
        <p:origin x="2488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748088" cy="3254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899025" y="0"/>
            <a:ext cx="3748088" cy="3254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B974A-1BA9-0D4B-8340-6B5B17451558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3850" y="811213"/>
            <a:ext cx="2921000" cy="2190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65188" y="3122613"/>
            <a:ext cx="6918325" cy="25558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164263"/>
            <a:ext cx="3748088" cy="3254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899025" y="6164263"/>
            <a:ext cx="3748088" cy="3254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88B686-8480-854A-90BB-D003AC82D2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625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145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trevorfrench.github.io</a:t>
            </a:r>
            <a:r>
              <a:rPr lang="en-US" dirty="0"/>
              <a:t>/R-for-Data-Analysis/p0c1-what-is-r.html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77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44DD1-D41B-0C9E-4C88-FDF0729A1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9C1E1E-099B-17BF-1A59-2EA0E3F8A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DC19CF-2068-E139-BC32-50F64EC12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BA504-6AFD-71AA-5D58-9EBD41F493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333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66D5E-D66C-7BFC-8EE2-0830F9D83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E0AEB3-04B4-B148-6864-21B6A4960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207F9-AF6E-77A1-977B-DED10F59A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B9865-98FA-6DEB-BC9B-3600EA38BA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955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A60A0-616A-B53B-0F70-593D7E599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406983-5BD1-9672-6835-EB06695082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231B9A-AF47-A271-B886-0FF3B6EA7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1A5AF-080F-852E-87C6-07FC1AB743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87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068DB-B171-DE1C-2452-68CF6370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4B666-1FA7-9112-B7A4-A0B7D7132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4E7C7-D1F1-885B-FA4C-DE2AFFD35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This is how the R console look like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Even though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R is a </a:t>
            </a:r>
            <a:r>
              <a:rPr lang="en-US" dirty="0">
                <a:solidFill>
                  <a:srgbClr val="C00000"/>
                </a:solidFill>
              </a:rPr>
              <a:t> Powerful tool for data analysis and visualization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Major Challenge is the</a:t>
            </a:r>
            <a:r>
              <a:rPr lang="en-US" dirty="0">
                <a:solidFill>
                  <a:srgbClr val="C00000"/>
                </a:solidFill>
              </a:rPr>
              <a:t> Basic console can be messy and difficult to navigate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One possible solution can be</a:t>
            </a:r>
            <a:r>
              <a:rPr lang="en-US" dirty="0">
                <a:solidFill>
                  <a:srgbClr val="C00000"/>
                </a:solidFill>
              </a:rPr>
              <a:t> Interface like RStudio that provides an organized interface for efficient and reproducible workflows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E9E93-0E4A-4783-30C4-8FEF9A9740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16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E9678-1C7A-6DCF-05B0-3DAB414CD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13B773-F130-FDAB-30AA-DE9E4A01B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8646AD-F41F-89B5-B4DD-E3AE20731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6A00C-6020-F347-BCA4-8409780C34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83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64EA0-6A4E-4C2A-5A37-148F1B1F0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DE3566-32E8-9457-BE45-E18A570A8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603FA7-BCB6-CBA4-D6B0-67E171329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E0845-7959-2E21-396A-D9E3B54FE4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355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BD6CB-E131-907B-25F5-C4C593449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B2666-C2D7-7232-74E5-6EC079AC3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604E2A-73DC-9E4F-D5F6-D17AF9752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B484C-5CE4-0AF0-101A-13078C2DF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825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C4E33-1E15-8EDD-4E35-F173A16CC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6A383-CEA8-4267-7058-01A16043A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4C7E18-7D1C-E31F-46C0-7A464DDEB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79E63-AF01-5438-A5A8-AC8115C468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7300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E0BD9-9774-A5AE-1FDA-55B3CAC40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1F2B5-E9FB-E1E6-5366-EFE1BE129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599442-9C40-854E-A44F-7B3370D9F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now once we are done with creating the directory</a:t>
            </a:r>
          </a:p>
          <a:p>
            <a:r>
              <a:rPr lang="en-US" dirty="0"/>
              <a:t>We now set the path to the directory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FA7D0-F928-946F-74C3-C9A00F78ED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6884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C9622-C8D9-57DD-2227-EBAF8D1F8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570740-0BB4-B2D7-343C-BA79284A5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D50E57-C039-E35E-BAFF-0CE08CC2F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now once we are done with creating the directory</a:t>
            </a:r>
          </a:p>
          <a:p>
            <a:r>
              <a:rPr lang="en-US" dirty="0"/>
              <a:t>We now set the path to the directory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64BD4-6B32-8B4D-A4C8-0C93577F0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6429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EFF78-9CBB-D85B-3A70-3F04C180F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A5E68E-4748-706A-2C25-B04569CBD7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8FA72F-4144-EC1C-D9CD-7FDD6FA0A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now once we are done with creating the directory</a:t>
            </a:r>
          </a:p>
          <a:p>
            <a:r>
              <a:rPr lang="en-US" dirty="0"/>
              <a:t>We now set the path to the directory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FC4C1-2469-1A74-BF36-0B0055393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6469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B79FE-201B-9C95-2072-495F39869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C2D4DF-9618-3482-025E-CF522213F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F5ADAD-27DF-49C9-16B6-B427CA540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now once we are done with creating the directory</a:t>
            </a:r>
          </a:p>
          <a:p>
            <a:r>
              <a:rPr lang="en-US" dirty="0"/>
              <a:t>We now set the path to the directory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3F031-21BB-5874-CB0D-B9264C77E9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855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9479B-3C68-AD78-0C9A-7B957BD9E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162128-0B5B-9AC1-FE23-2288C7574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C0328F-F780-D32F-6B24-90BEAD6D28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9EA1F-5F26-0807-8045-2D73DA9A8E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8996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2DE63-B607-5BD9-8A7A-9067C86C1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E53B3-05CC-F582-9639-83CE8F61B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30EC66-8862-CEE0-50F3-AF1E38583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04B65-9D1D-1632-0438-ADCC0D2DF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137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55074-2730-6BEF-BAAE-824E534A8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2FE0D4-0585-9408-5593-D5CE55FDE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F56654-1EAF-75A4-44BC-4C798856C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1F76C-B88E-1CDE-54C8-6D1E1A17AF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556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3123B-FB81-C9E6-3D16-3C4A055D9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E8C1C4-0365-2BB2-208A-3EA25D08D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AAE38A-172A-6688-4E3B-9AB15AE8D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774C8-B181-EC50-F0E5-2A87F88E6B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67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29B4D-40DE-A14B-0206-60B1B48A9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E0E668-591F-6696-1B57-E0F715D79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727C49-CB2E-B6C9-FF32-39CD87EB6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AE3DD-6401-2DA3-494F-02AD385C0E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6404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839E5-93B9-313B-EE7C-2ED723DF5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EDF0B-6EEA-9AC3-719A-628AA0BB2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8027AB-F539-3889-4D83-A49BA5B2B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74745-26E1-4F8D-F01B-5E57023F5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2341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EF64A-4DCD-441D-254C-411CAC876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4AA73D-966D-9BEC-A673-A2B73F733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D8A75C-D71B-5665-87EF-40A60D699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B084A-B719-32E3-39AC-F138DDE30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505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9539-EB05-10A1-C2F3-913A6D619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AA49EC-18F5-5CD9-BC5D-DF7392D5D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A2D53D-F9C5-F3BB-4A47-B3F36800A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51357-C2E8-722D-22CF-7BCC3CB86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0059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E5F2C-17FA-92C0-C210-E42C345C5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C1B3F-A67C-F6ED-16E5-583C9DE01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51F410-6B84-140A-B2FB-51412E404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77ACB-E178-3886-6810-AB60B091F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088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B3479-573A-03FE-95B7-092DC11AC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D071D0-4D88-8CBA-BA6E-BF0F8299A8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548561-280A-6B25-3A04-2CBF05A2F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6807A-38B1-75AC-4A09-E8BBAF2EFF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019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B3479-573A-03FE-95B7-092DC11AC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D071D0-4D88-8CBA-BA6E-BF0F8299A8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548561-280A-6B25-3A04-2CBF05A2F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6807A-38B1-75AC-4A09-E8BBAF2EFF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4657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B3479-573A-03FE-95B7-092DC11AC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D071D0-4D88-8CBA-BA6E-BF0F8299A8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548561-280A-6B25-3A04-2CBF05A2F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6807A-38B1-75AC-4A09-E8BBAF2EFF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5736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254B1-49DB-82D1-A952-58547780F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69A9AF-D306-0147-9D17-E7EA4214D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3FEEC7-EF2E-340D-6E07-2596880D8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07B97-4256-A1D2-9D27-756CEC6C24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044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E5E90-23DC-0710-827B-8B7CE9F0E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703E9-B38F-034F-FBE2-EE3F173DE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2852B4-B42F-A1BA-B1AE-E30DAB082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4112A-FB0A-B07F-3262-AD2140F1CB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1347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D4DFE-0104-B93F-DEB4-BB8DD4974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D87B7-4350-C6FB-7628-E23C033FFF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B9751C-CCAA-7979-7EF1-9E7662824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64088-04BD-7EC4-70E2-719C298F68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086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9626E-AF11-7767-378B-60B1A6A67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A23467-F964-A02E-0F5A-2CAC3E8F9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6BBE50-559B-2B33-28E7-6D31A62E6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F6CD8-B5E6-35EA-472C-CF894490D5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5305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9610A-B88E-8472-CEA0-F33D7C96F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979E04-A295-E36F-0DBF-F0469D30B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B06A00-9766-064F-5EFA-A5D046937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65850-4FCE-D8A4-F932-6B9779AF5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156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B9068-5146-E7A0-8188-E1A28DCF5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E8BC85-6027-84F8-7983-EADB7751A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4B9D1A-1BFA-327B-51A9-6EDD3241B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1F91F-4008-A497-C7F7-1F7BE488E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176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B9068-5146-E7A0-8188-E1A28DCF5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E8BC85-6027-84F8-7983-EADB7751A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4B9D1A-1BFA-327B-51A9-6EDD3241B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1F91F-4008-A497-C7F7-1F7BE488E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6418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7A77D-BCF4-60C8-AC10-2047C5ADF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2FBD7-916D-4C31-4049-2D4AD87751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0D6BB2-0379-CD2B-8546-23946BFC64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134B6-DBCD-86AF-BE5C-CE59073D0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1672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397A6-8C1F-4FBC-6D97-62A850DB1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745654-577C-6E29-52DB-0ADCD7058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A092F-2E03-D0C8-F825-EA3A307D5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8CC46-9BF3-E520-40F4-4DA7156528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5003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DD4DC-0D33-920F-D6CB-FAF249CDC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DB828E-71C2-BE0E-F308-90BDC1BEB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F27C6-56B0-D985-87A8-F7B5FA888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F4659-D65C-D978-C30A-90920036C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5199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6047F-4943-E7D9-DC42-B7F66633F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6C7EDD-09CF-DF7F-A1D6-A820AB1C2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86820-6E50-F74D-D077-AECB87A95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65434-74C9-63F1-E98E-9CC763B395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686-8480-854A-90BB-D003AC82D2B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25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49128" y="2011807"/>
            <a:ext cx="7356792" cy="1362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98257" y="3634232"/>
            <a:ext cx="6058535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FEFEFE"/>
                </a:solidFill>
                <a:latin typeface="Times New Roman"/>
                <a:cs typeface="Times New Roman"/>
              </a:defRPr>
            </a:lvl1pPr>
          </a:lstStyle>
          <a:p>
            <a:pPr marL="64769">
              <a:lnSpc>
                <a:spcPts val="880"/>
              </a:lnSpc>
            </a:pPr>
            <a:fld id="{81D60167-4931-47E6-BA6A-407CBD079E47}" type="slidenum">
              <a:rPr dirty="0"/>
              <a:t>‹#›</a:t>
            </a:fld>
            <a:r>
              <a:rPr spc="15" dirty="0"/>
              <a:t> </a:t>
            </a:r>
            <a:r>
              <a:rPr dirty="0"/>
              <a:t>/</a:t>
            </a:r>
            <a:r>
              <a:rPr spc="20" dirty="0"/>
              <a:t> </a:t>
            </a:r>
            <a:r>
              <a:rPr spc="-25" dirty="0"/>
              <a:t>113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FEFEFE"/>
                </a:solidFill>
                <a:latin typeface="Times New Roman"/>
                <a:cs typeface="Times New Roman"/>
              </a:defRPr>
            </a:lvl1pPr>
          </a:lstStyle>
          <a:p>
            <a:pPr marL="64769">
              <a:lnSpc>
                <a:spcPts val="880"/>
              </a:lnSpc>
            </a:pPr>
            <a:fld id="{81D60167-4931-47E6-BA6A-407CBD079E47}" type="slidenum">
              <a:rPr dirty="0"/>
              <a:t>‹#›</a:t>
            </a:fld>
            <a:r>
              <a:rPr spc="15" dirty="0"/>
              <a:t> </a:t>
            </a:r>
            <a:r>
              <a:rPr dirty="0"/>
              <a:t>/</a:t>
            </a:r>
            <a:r>
              <a:rPr spc="20" dirty="0"/>
              <a:t> </a:t>
            </a:r>
            <a:r>
              <a:rPr spc="-25" dirty="0"/>
              <a:t>113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8648700" cy="95250"/>
          </a:xfrm>
          <a:custGeom>
            <a:avLst/>
            <a:gdLst/>
            <a:ahLst/>
            <a:cxnLst/>
            <a:rect l="l" t="t" r="r" b="b"/>
            <a:pathLst>
              <a:path w="8648700" h="95250">
                <a:moveTo>
                  <a:pt x="8648698" y="95249"/>
                </a:moveTo>
                <a:lnTo>
                  <a:pt x="0" y="95249"/>
                </a:lnTo>
                <a:lnTo>
                  <a:pt x="0" y="0"/>
                </a:lnTo>
                <a:lnTo>
                  <a:pt x="8648698" y="0"/>
                </a:lnTo>
                <a:lnTo>
                  <a:pt x="8648698" y="95249"/>
                </a:lnTo>
                <a:close/>
              </a:path>
            </a:pathLst>
          </a:custGeom>
          <a:solidFill>
            <a:srgbClr val="F04A3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13" y="1130808"/>
            <a:ext cx="2174733" cy="218541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87825" y="1167775"/>
            <a:ext cx="2086610" cy="2091689"/>
          </a:xfrm>
          <a:custGeom>
            <a:avLst/>
            <a:gdLst/>
            <a:ahLst/>
            <a:cxnLst/>
            <a:rect l="l" t="t" r="r" b="b"/>
            <a:pathLst>
              <a:path w="2086610" h="2091689">
                <a:moveTo>
                  <a:pt x="1043287" y="2091320"/>
                </a:moveTo>
                <a:lnTo>
                  <a:pt x="995531" y="2090244"/>
                </a:lnTo>
                <a:lnTo>
                  <a:pt x="948326" y="2087047"/>
                </a:lnTo>
                <a:lnTo>
                  <a:pt x="901719" y="2081774"/>
                </a:lnTo>
                <a:lnTo>
                  <a:pt x="855754" y="2074473"/>
                </a:lnTo>
                <a:lnTo>
                  <a:pt x="810479" y="2065189"/>
                </a:lnTo>
                <a:lnTo>
                  <a:pt x="765940" y="2053968"/>
                </a:lnTo>
                <a:lnTo>
                  <a:pt x="722181" y="2040857"/>
                </a:lnTo>
                <a:lnTo>
                  <a:pt x="679250" y="2025901"/>
                </a:lnTo>
                <a:lnTo>
                  <a:pt x="637192" y="2009147"/>
                </a:lnTo>
                <a:lnTo>
                  <a:pt x="596054" y="1990641"/>
                </a:lnTo>
                <a:lnTo>
                  <a:pt x="555881" y="1970429"/>
                </a:lnTo>
                <a:lnTo>
                  <a:pt x="516720" y="1948557"/>
                </a:lnTo>
                <a:lnTo>
                  <a:pt x="478616" y="1925071"/>
                </a:lnTo>
                <a:lnTo>
                  <a:pt x="441616" y="1900018"/>
                </a:lnTo>
                <a:lnTo>
                  <a:pt x="405765" y="1873444"/>
                </a:lnTo>
                <a:lnTo>
                  <a:pt x="371110" y="1845394"/>
                </a:lnTo>
                <a:lnTo>
                  <a:pt x="337697" y="1815915"/>
                </a:lnTo>
                <a:lnTo>
                  <a:pt x="305571" y="1785053"/>
                </a:lnTo>
                <a:lnTo>
                  <a:pt x="274780" y="1752855"/>
                </a:lnTo>
                <a:lnTo>
                  <a:pt x="245368" y="1719365"/>
                </a:lnTo>
                <a:lnTo>
                  <a:pt x="217382" y="1684632"/>
                </a:lnTo>
                <a:lnTo>
                  <a:pt x="190867" y="1648699"/>
                </a:lnTo>
                <a:lnTo>
                  <a:pt x="165871" y="1611615"/>
                </a:lnTo>
                <a:lnTo>
                  <a:pt x="142439" y="1573424"/>
                </a:lnTo>
                <a:lnTo>
                  <a:pt x="120617" y="1534174"/>
                </a:lnTo>
                <a:lnTo>
                  <a:pt x="100450" y="1493910"/>
                </a:lnTo>
                <a:lnTo>
                  <a:pt x="81986" y="1452678"/>
                </a:lnTo>
                <a:lnTo>
                  <a:pt x="65270" y="1410524"/>
                </a:lnTo>
                <a:lnTo>
                  <a:pt x="50348" y="1367496"/>
                </a:lnTo>
                <a:lnTo>
                  <a:pt x="37267" y="1323638"/>
                </a:lnTo>
                <a:lnTo>
                  <a:pt x="26071" y="1278997"/>
                </a:lnTo>
                <a:lnTo>
                  <a:pt x="16808" y="1233618"/>
                </a:lnTo>
                <a:lnTo>
                  <a:pt x="9524" y="1187550"/>
                </a:lnTo>
                <a:lnTo>
                  <a:pt x="4263" y="1140836"/>
                </a:lnTo>
                <a:lnTo>
                  <a:pt x="1073" y="1093524"/>
                </a:lnTo>
                <a:lnTo>
                  <a:pt x="0" y="1045660"/>
                </a:lnTo>
                <a:lnTo>
                  <a:pt x="1073" y="997795"/>
                </a:lnTo>
                <a:lnTo>
                  <a:pt x="4263" y="950483"/>
                </a:lnTo>
                <a:lnTo>
                  <a:pt x="9523" y="903770"/>
                </a:lnTo>
                <a:lnTo>
                  <a:pt x="16808" y="857701"/>
                </a:lnTo>
                <a:lnTo>
                  <a:pt x="26071" y="812323"/>
                </a:lnTo>
                <a:lnTo>
                  <a:pt x="37267" y="767682"/>
                </a:lnTo>
                <a:lnTo>
                  <a:pt x="50348" y="723824"/>
                </a:lnTo>
                <a:lnTo>
                  <a:pt x="65270" y="680795"/>
                </a:lnTo>
                <a:lnTo>
                  <a:pt x="81986" y="638642"/>
                </a:lnTo>
                <a:lnTo>
                  <a:pt x="100450" y="597410"/>
                </a:lnTo>
                <a:lnTo>
                  <a:pt x="120617" y="557145"/>
                </a:lnTo>
                <a:lnTo>
                  <a:pt x="142439" y="517895"/>
                </a:lnTo>
                <a:lnTo>
                  <a:pt x="165871" y="479704"/>
                </a:lnTo>
                <a:lnTo>
                  <a:pt x="190867" y="442620"/>
                </a:lnTo>
                <a:lnTo>
                  <a:pt x="217381" y="406688"/>
                </a:lnTo>
                <a:lnTo>
                  <a:pt x="245368" y="371954"/>
                </a:lnTo>
                <a:lnTo>
                  <a:pt x="274779" y="338465"/>
                </a:lnTo>
                <a:lnTo>
                  <a:pt x="305571" y="306266"/>
                </a:lnTo>
                <a:lnTo>
                  <a:pt x="337697" y="275404"/>
                </a:lnTo>
                <a:lnTo>
                  <a:pt x="371110" y="245926"/>
                </a:lnTo>
                <a:lnTo>
                  <a:pt x="405765" y="217876"/>
                </a:lnTo>
                <a:lnTo>
                  <a:pt x="441616" y="191301"/>
                </a:lnTo>
                <a:lnTo>
                  <a:pt x="478616" y="166248"/>
                </a:lnTo>
                <a:lnTo>
                  <a:pt x="516720" y="142763"/>
                </a:lnTo>
                <a:lnTo>
                  <a:pt x="555881" y="120891"/>
                </a:lnTo>
                <a:lnTo>
                  <a:pt x="596054" y="100679"/>
                </a:lnTo>
                <a:lnTo>
                  <a:pt x="637192" y="82173"/>
                </a:lnTo>
                <a:lnTo>
                  <a:pt x="679250" y="65419"/>
                </a:lnTo>
                <a:lnTo>
                  <a:pt x="722181" y="50463"/>
                </a:lnTo>
                <a:lnTo>
                  <a:pt x="765940" y="37351"/>
                </a:lnTo>
                <a:lnTo>
                  <a:pt x="810479" y="26131"/>
                </a:lnTo>
                <a:lnTo>
                  <a:pt x="855754" y="16846"/>
                </a:lnTo>
                <a:lnTo>
                  <a:pt x="901719" y="9545"/>
                </a:lnTo>
                <a:lnTo>
                  <a:pt x="948326" y="4273"/>
                </a:lnTo>
                <a:lnTo>
                  <a:pt x="995531" y="1076"/>
                </a:lnTo>
                <a:lnTo>
                  <a:pt x="1043287" y="0"/>
                </a:lnTo>
                <a:lnTo>
                  <a:pt x="1091986" y="1138"/>
                </a:lnTo>
                <a:lnTo>
                  <a:pt x="1140379" y="4534"/>
                </a:lnTo>
                <a:lnTo>
                  <a:pt x="1188394" y="10159"/>
                </a:lnTo>
                <a:lnTo>
                  <a:pt x="1235959" y="17982"/>
                </a:lnTo>
                <a:lnTo>
                  <a:pt x="1283005" y="27973"/>
                </a:lnTo>
                <a:lnTo>
                  <a:pt x="1329458" y="40104"/>
                </a:lnTo>
                <a:lnTo>
                  <a:pt x="1375249" y="54344"/>
                </a:lnTo>
                <a:lnTo>
                  <a:pt x="1420305" y="70665"/>
                </a:lnTo>
                <a:lnTo>
                  <a:pt x="1464555" y="89036"/>
                </a:lnTo>
                <a:lnTo>
                  <a:pt x="1507929" y="109427"/>
                </a:lnTo>
                <a:lnTo>
                  <a:pt x="1550355" y="131810"/>
                </a:lnTo>
                <a:lnTo>
                  <a:pt x="1591760" y="156155"/>
                </a:lnTo>
                <a:lnTo>
                  <a:pt x="1632076" y="182431"/>
                </a:lnTo>
                <a:lnTo>
                  <a:pt x="1671229" y="210610"/>
                </a:lnTo>
                <a:lnTo>
                  <a:pt x="1709148" y="240662"/>
                </a:lnTo>
                <a:lnTo>
                  <a:pt x="1745763" y="272557"/>
                </a:lnTo>
                <a:lnTo>
                  <a:pt x="1781002" y="306266"/>
                </a:lnTo>
                <a:lnTo>
                  <a:pt x="1814634" y="341585"/>
                </a:lnTo>
                <a:lnTo>
                  <a:pt x="1846457" y="378284"/>
                </a:lnTo>
                <a:lnTo>
                  <a:pt x="1876441" y="416290"/>
                </a:lnTo>
                <a:lnTo>
                  <a:pt x="1904556" y="455532"/>
                </a:lnTo>
                <a:lnTo>
                  <a:pt x="1930773" y="495938"/>
                </a:lnTo>
                <a:lnTo>
                  <a:pt x="1955062" y="537439"/>
                </a:lnTo>
                <a:lnTo>
                  <a:pt x="1977394" y="579960"/>
                </a:lnTo>
                <a:lnTo>
                  <a:pt x="1997740" y="623433"/>
                </a:lnTo>
                <a:lnTo>
                  <a:pt x="2016069" y="667784"/>
                </a:lnTo>
                <a:lnTo>
                  <a:pt x="2032352" y="712943"/>
                </a:lnTo>
                <a:lnTo>
                  <a:pt x="2046561" y="758837"/>
                </a:lnTo>
                <a:lnTo>
                  <a:pt x="2058664" y="805396"/>
                </a:lnTo>
                <a:lnTo>
                  <a:pt x="2068633" y="852549"/>
                </a:lnTo>
                <a:lnTo>
                  <a:pt x="2076438" y="900223"/>
                </a:lnTo>
                <a:lnTo>
                  <a:pt x="2082049" y="948347"/>
                </a:lnTo>
                <a:lnTo>
                  <a:pt x="2085438" y="996850"/>
                </a:lnTo>
                <a:lnTo>
                  <a:pt x="2086574" y="1045660"/>
                </a:lnTo>
                <a:lnTo>
                  <a:pt x="2085500" y="1093524"/>
                </a:lnTo>
                <a:lnTo>
                  <a:pt x="2082310" y="1140836"/>
                </a:lnTo>
                <a:lnTo>
                  <a:pt x="2077050" y="1187550"/>
                </a:lnTo>
                <a:lnTo>
                  <a:pt x="2069765" y="1233619"/>
                </a:lnTo>
                <a:lnTo>
                  <a:pt x="2060502" y="1278997"/>
                </a:lnTo>
                <a:lnTo>
                  <a:pt x="2049307" y="1323638"/>
                </a:lnTo>
                <a:lnTo>
                  <a:pt x="2036225" y="1367496"/>
                </a:lnTo>
                <a:lnTo>
                  <a:pt x="2021303" y="1410525"/>
                </a:lnTo>
                <a:lnTo>
                  <a:pt x="2004587" y="1452678"/>
                </a:lnTo>
                <a:lnTo>
                  <a:pt x="1986123" y="1493910"/>
                </a:lnTo>
                <a:lnTo>
                  <a:pt x="1965957" y="1534174"/>
                </a:lnTo>
                <a:lnTo>
                  <a:pt x="1944135" y="1573425"/>
                </a:lnTo>
                <a:lnTo>
                  <a:pt x="1920702" y="1611615"/>
                </a:lnTo>
                <a:lnTo>
                  <a:pt x="1895706" y="1648699"/>
                </a:lnTo>
                <a:lnTo>
                  <a:pt x="1869192" y="1684632"/>
                </a:lnTo>
                <a:lnTo>
                  <a:pt x="1841206" y="1719365"/>
                </a:lnTo>
                <a:lnTo>
                  <a:pt x="1811794" y="1752855"/>
                </a:lnTo>
                <a:lnTo>
                  <a:pt x="1781002" y="1785053"/>
                </a:lnTo>
                <a:lnTo>
                  <a:pt x="1748877" y="1815915"/>
                </a:lnTo>
                <a:lnTo>
                  <a:pt x="1715463" y="1845394"/>
                </a:lnTo>
                <a:lnTo>
                  <a:pt x="1680808" y="1873444"/>
                </a:lnTo>
                <a:lnTo>
                  <a:pt x="1644958" y="1900018"/>
                </a:lnTo>
                <a:lnTo>
                  <a:pt x="1607957" y="1925071"/>
                </a:lnTo>
                <a:lnTo>
                  <a:pt x="1569854" y="1948557"/>
                </a:lnTo>
                <a:lnTo>
                  <a:pt x="1530692" y="1970429"/>
                </a:lnTo>
                <a:lnTo>
                  <a:pt x="1490519" y="1990641"/>
                </a:lnTo>
                <a:lnTo>
                  <a:pt x="1449381" y="2009147"/>
                </a:lnTo>
                <a:lnTo>
                  <a:pt x="1407323" y="2025901"/>
                </a:lnTo>
                <a:lnTo>
                  <a:pt x="1364392" y="2040857"/>
                </a:lnTo>
                <a:lnTo>
                  <a:pt x="1320634" y="2053968"/>
                </a:lnTo>
                <a:lnTo>
                  <a:pt x="1276094" y="2065189"/>
                </a:lnTo>
                <a:lnTo>
                  <a:pt x="1230819" y="2074473"/>
                </a:lnTo>
                <a:lnTo>
                  <a:pt x="1184855" y="2081774"/>
                </a:lnTo>
                <a:lnTo>
                  <a:pt x="1138247" y="2087047"/>
                </a:lnTo>
                <a:lnTo>
                  <a:pt x="1091042" y="2090244"/>
                </a:lnTo>
                <a:lnTo>
                  <a:pt x="1043287" y="2091320"/>
                </a:lnTo>
                <a:close/>
              </a:path>
            </a:pathLst>
          </a:custGeom>
          <a:solidFill>
            <a:srgbClr val="E8EC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87825" y="1167775"/>
            <a:ext cx="2086610" cy="2091689"/>
          </a:xfrm>
          <a:custGeom>
            <a:avLst/>
            <a:gdLst/>
            <a:ahLst/>
            <a:cxnLst/>
            <a:rect l="l" t="t" r="r" b="b"/>
            <a:pathLst>
              <a:path w="2086610" h="2091689">
                <a:moveTo>
                  <a:pt x="0" y="1045660"/>
                </a:moveTo>
                <a:lnTo>
                  <a:pt x="1073" y="997795"/>
                </a:lnTo>
                <a:lnTo>
                  <a:pt x="4263" y="950483"/>
                </a:lnTo>
                <a:lnTo>
                  <a:pt x="9523" y="903770"/>
                </a:lnTo>
                <a:lnTo>
                  <a:pt x="16808" y="857701"/>
                </a:lnTo>
                <a:lnTo>
                  <a:pt x="26071" y="812323"/>
                </a:lnTo>
                <a:lnTo>
                  <a:pt x="37267" y="767682"/>
                </a:lnTo>
                <a:lnTo>
                  <a:pt x="50348" y="723824"/>
                </a:lnTo>
                <a:lnTo>
                  <a:pt x="65270" y="680795"/>
                </a:lnTo>
                <a:lnTo>
                  <a:pt x="81986" y="638642"/>
                </a:lnTo>
                <a:lnTo>
                  <a:pt x="100450" y="597410"/>
                </a:lnTo>
                <a:lnTo>
                  <a:pt x="120617" y="557145"/>
                </a:lnTo>
                <a:lnTo>
                  <a:pt x="142439" y="517895"/>
                </a:lnTo>
                <a:lnTo>
                  <a:pt x="165871" y="479704"/>
                </a:lnTo>
                <a:lnTo>
                  <a:pt x="190867" y="442620"/>
                </a:lnTo>
                <a:lnTo>
                  <a:pt x="217381" y="406688"/>
                </a:lnTo>
                <a:lnTo>
                  <a:pt x="245368" y="371954"/>
                </a:lnTo>
                <a:lnTo>
                  <a:pt x="274779" y="338465"/>
                </a:lnTo>
                <a:lnTo>
                  <a:pt x="305571" y="306266"/>
                </a:lnTo>
                <a:lnTo>
                  <a:pt x="337697" y="275404"/>
                </a:lnTo>
                <a:lnTo>
                  <a:pt x="371110" y="245926"/>
                </a:lnTo>
                <a:lnTo>
                  <a:pt x="405765" y="217876"/>
                </a:lnTo>
                <a:lnTo>
                  <a:pt x="441616" y="191301"/>
                </a:lnTo>
                <a:lnTo>
                  <a:pt x="478616" y="166248"/>
                </a:lnTo>
                <a:lnTo>
                  <a:pt x="516720" y="142763"/>
                </a:lnTo>
                <a:lnTo>
                  <a:pt x="555881" y="120891"/>
                </a:lnTo>
                <a:lnTo>
                  <a:pt x="596054" y="100679"/>
                </a:lnTo>
                <a:lnTo>
                  <a:pt x="637192" y="82173"/>
                </a:lnTo>
                <a:lnTo>
                  <a:pt x="679250" y="65419"/>
                </a:lnTo>
                <a:lnTo>
                  <a:pt x="722181" y="50463"/>
                </a:lnTo>
                <a:lnTo>
                  <a:pt x="765940" y="37351"/>
                </a:lnTo>
                <a:lnTo>
                  <a:pt x="810479" y="26131"/>
                </a:lnTo>
                <a:lnTo>
                  <a:pt x="855754" y="16846"/>
                </a:lnTo>
                <a:lnTo>
                  <a:pt x="901719" y="9545"/>
                </a:lnTo>
                <a:lnTo>
                  <a:pt x="948326" y="4273"/>
                </a:lnTo>
                <a:lnTo>
                  <a:pt x="995531" y="1076"/>
                </a:lnTo>
                <a:lnTo>
                  <a:pt x="1043287" y="0"/>
                </a:lnTo>
                <a:lnTo>
                  <a:pt x="1091986" y="1138"/>
                </a:lnTo>
                <a:lnTo>
                  <a:pt x="1140379" y="4534"/>
                </a:lnTo>
                <a:lnTo>
                  <a:pt x="1188394" y="10159"/>
                </a:lnTo>
                <a:lnTo>
                  <a:pt x="1235959" y="17982"/>
                </a:lnTo>
                <a:lnTo>
                  <a:pt x="1283005" y="27973"/>
                </a:lnTo>
                <a:lnTo>
                  <a:pt x="1329458" y="40104"/>
                </a:lnTo>
                <a:lnTo>
                  <a:pt x="1375249" y="54344"/>
                </a:lnTo>
                <a:lnTo>
                  <a:pt x="1420305" y="70665"/>
                </a:lnTo>
                <a:lnTo>
                  <a:pt x="1464555" y="89036"/>
                </a:lnTo>
                <a:lnTo>
                  <a:pt x="1507929" y="109427"/>
                </a:lnTo>
                <a:lnTo>
                  <a:pt x="1550355" y="131810"/>
                </a:lnTo>
                <a:lnTo>
                  <a:pt x="1591760" y="156155"/>
                </a:lnTo>
                <a:lnTo>
                  <a:pt x="1632076" y="182431"/>
                </a:lnTo>
                <a:lnTo>
                  <a:pt x="1671229" y="210610"/>
                </a:lnTo>
                <a:lnTo>
                  <a:pt x="1709148" y="240662"/>
                </a:lnTo>
                <a:lnTo>
                  <a:pt x="1745763" y="272557"/>
                </a:lnTo>
                <a:lnTo>
                  <a:pt x="1781002" y="306266"/>
                </a:lnTo>
                <a:lnTo>
                  <a:pt x="1814634" y="341585"/>
                </a:lnTo>
                <a:lnTo>
                  <a:pt x="1846457" y="378284"/>
                </a:lnTo>
                <a:lnTo>
                  <a:pt x="1876441" y="416290"/>
                </a:lnTo>
                <a:lnTo>
                  <a:pt x="1904556" y="455532"/>
                </a:lnTo>
                <a:lnTo>
                  <a:pt x="1930773" y="495938"/>
                </a:lnTo>
                <a:lnTo>
                  <a:pt x="1955062" y="537439"/>
                </a:lnTo>
                <a:lnTo>
                  <a:pt x="1977394" y="579960"/>
                </a:lnTo>
                <a:lnTo>
                  <a:pt x="1997740" y="623433"/>
                </a:lnTo>
                <a:lnTo>
                  <a:pt x="2016069" y="667784"/>
                </a:lnTo>
                <a:lnTo>
                  <a:pt x="2032352" y="712943"/>
                </a:lnTo>
                <a:lnTo>
                  <a:pt x="2046561" y="758837"/>
                </a:lnTo>
                <a:lnTo>
                  <a:pt x="2058664" y="805396"/>
                </a:lnTo>
                <a:lnTo>
                  <a:pt x="2068633" y="852549"/>
                </a:lnTo>
                <a:lnTo>
                  <a:pt x="2076438" y="900223"/>
                </a:lnTo>
                <a:lnTo>
                  <a:pt x="2082049" y="948347"/>
                </a:lnTo>
                <a:lnTo>
                  <a:pt x="2085438" y="996850"/>
                </a:lnTo>
                <a:lnTo>
                  <a:pt x="2086574" y="1045660"/>
                </a:lnTo>
                <a:lnTo>
                  <a:pt x="2085500" y="1093524"/>
                </a:lnTo>
                <a:lnTo>
                  <a:pt x="2082310" y="1140836"/>
                </a:lnTo>
                <a:lnTo>
                  <a:pt x="2077050" y="1187550"/>
                </a:lnTo>
                <a:lnTo>
                  <a:pt x="2069765" y="1233619"/>
                </a:lnTo>
                <a:lnTo>
                  <a:pt x="2060502" y="1278997"/>
                </a:lnTo>
                <a:lnTo>
                  <a:pt x="2049307" y="1323638"/>
                </a:lnTo>
                <a:lnTo>
                  <a:pt x="2036225" y="1367496"/>
                </a:lnTo>
                <a:lnTo>
                  <a:pt x="2021303" y="1410525"/>
                </a:lnTo>
                <a:lnTo>
                  <a:pt x="2004587" y="1452678"/>
                </a:lnTo>
                <a:lnTo>
                  <a:pt x="1986123" y="1493910"/>
                </a:lnTo>
                <a:lnTo>
                  <a:pt x="1965957" y="1534174"/>
                </a:lnTo>
                <a:lnTo>
                  <a:pt x="1944135" y="1573425"/>
                </a:lnTo>
                <a:lnTo>
                  <a:pt x="1920702" y="1611615"/>
                </a:lnTo>
                <a:lnTo>
                  <a:pt x="1895706" y="1648699"/>
                </a:lnTo>
                <a:lnTo>
                  <a:pt x="1869192" y="1684632"/>
                </a:lnTo>
                <a:lnTo>
                  <a:pt x="1841206" y="1719365"/>
                </a:lnTo>
                <a:lnTo>
                  <a:pt x="1811794" y="1752855"/>
                </a:lnTo>
                <a:lnTo>
                  <a:pt x="1781002" y="1785053"/>
                </a:lnTo>
                <a:lnTo>
                  <a:pt x="1748877" y="1815915"/>
                </a:lnTo>
                <a:lnTo>
                  <a:pt x="1715463" y="1845394"/>
                </a:lnTo>
                <a:lnTo>
                  <a:pt x="1680808" y="1873444"/>
                </a:lnTo>
                <a:lnTo>
                  <a:pt x="1644958" y="1900018"/>
                </a:lnTo>
                <a:lnTo>
                  <a:pt x="1607957" y="1925071"/>
                </a:lnTo>
                <a:lnTo>
                  <a:pt x="1569854" y="1948557"/>
                </a:lnTo>
                <a:lnTo>
                  <a:pt x="1530692" y="1970429"/>
                </a:lnTo>
                <a:lnTo>
                  <a:pt x="1490519" y="1990641"/>
                </a:lnTo>
                <a:lnTo>
                  <a:pt x="1449381" y="2009147"/>
                </a:lnTo>
                <a:lnTo>
                  <a:pt x="1407323" y="2025901"/>
                </a:lnTo>
                <a:lnTo>
                  <a:pt x="1364392" y="2040857"/>
                </a:lnTo>
                <a:lnTo>
                  <a:pt x="1320634" y="2053968"/>
                </a:lnTo>
                <a:lnTo>
                  <a:pt x="1276094" y="2065189"/>
                </a:lnTo>
                <a:lnTo>
                  <a:pt x="1230819" y="2074473"/>
                </a:lnTo>
                <a:lnTo>
                  <a:pt x="1184855" y="2081774"/>
                </a:lnTo>
                <a:lnTo>
                  <a:pt x="1138247" y="2087047"/>
                </a:lnTo>
                <a:lnTo>
                  <a:pt x="1091042" y="2090244"/>
                </a:lnTo>
                <a:lnTo>
                  <a:pt x="1043287" y="2091320"/>
                </a:lnTo>
                <a:lnTo>
                  <a:pt x="995531" y="2090244"/>
                </a:lnTo>
                <a:lnTo>
                  <a:pt x="948326" y="2087047"/>
                </a:lnTo>
                <a:lnTo>
                  <a:pt x="901719" y="2081774"/>
                </a:lnTo>
                <a:lnTo>
                  <a:pt x="855754" y="2074473"/>
                </a:lnTo>
                <a:lnTo>
                  <a:pt x="810479" y="2065189"/>
                </a:lnTo>
                <a:lnTo>
                  <a:pt x="765940" y="2053968"/>
                </a:lnTo>
                <a:lnTo>
                  <a:pt x="722181" y="2040857"/>
                </a:lnTo>
                <a:lnTo>
                  <a:pt x="679250" y="2025901"/>
                </a:lnTo>
                <a:lnTo>
                  <a:pt x="637192" y="2009147"/>
                </a:lnTo>
                <a:lnTo>
                  <a:pt x="596054" y="1990641"/>
                </a:lnTo>
                <a:lnTo>
                  <a:pt x="555881" y="1970429"/>
                </a:lnTo>
                <a:lnTo>
                  <a:pt x="516720" y="1948557"/>
                </a:lnTo>
                <a:lnTo>
                  <a:pt x="478616" y="1925071"/>
                </a:lnTo>
                <a:lnTo>
                  <a:pt x="441616" y="1900018"/>
                </a:lnTo>
                <a:lnTo>
                  <a:pt x="405765" y="1873444"/>
                </a:lnTo>
                <a:lnTo>
                  <a:pt x="371110" y="1845394"/>
                </a:lnTo>
                <a:lnTo>
                  <a:pt x="337697" y="1815915"/>
                </a:lnTo>
                <a:lnTo>
                  <a:pt x="305571" y="1785053"/>
                </a:lnTo>
                <a:lnTo>
                  <a:pt x="274780" y="1752855"/>
                </a:lnTo>
                <a:lnTo>
                  <a:pt x="245368" y="1719365"/>
                </a:lnTo>
                <a:lnTo>
                  <a:pt x="217382" y="1684632"/>
                </a:lnTo>
                <a:lnTo>
                  <a:pt x="190867" y="1648699"/>
                </a:lnTo>
                <a:lnTo>
                  <a:pt x="165871" y="1611615"/>
                </a:lnTo>
                <a:lnTo>
                  <a:pt x="142439" y="1573424"/>
                </a:lnTo>
                <a:lnTo>
                  <a:pt x="120617" y="1534174"/>
                </a:lnTo>
                <a:lnTo>
                  <a:pt x="100450" y="1493910"/>
                </a:lnTo>
                <a:lnTo>
                  <a:pt x="81986" y="1452678"/>
                </a:lnTo>
                <a:lnTo>
                  <a:pt x="65270" y="1410524"/>
                </a:lnTo>
                <a:lnTo>
                  <a:pt x="50348" y="1367496"/>
                </a:lnTo>
                <a:lnTo>
                  <a:pt x="37267" y="1323638"/>
                </a:lnTo>
                <a:lnTo>
                  <a:pt x="26071" y="1278997"/>
                </a:lnTo>
                <a:lnTo>
                  <a:pt x="16808" y="1233618"/>
                </a:lnTo>
                <a:lnTo>
                  <a:pt x="9524" y="1187550"/>
                </a:lnTo>
                <a:lnTo>
                  <a:pt x="4263" y="1140836"/>
                </a:lnTo>
                <a:lnTo>
                  <a:pt x="1073" y="1093524"/>
                </a:lnTo>
                <a:lnTo>
                  <a:pt x="0" y="1045660"/>
                </a:lnTo>
                <a:close/>
              </a:path>
            </a:pathLst>
          </a:custGeom>
          <a:ln w="11472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78935" y="1356359"/>
            <a:ext cx="1210055" cy="368807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3743853" y="1410703"/>
            <a:ext cx="1083945" cy="240029"/>
          </a:xfrm>
          <a:custGeom>
            <a:avLst/>
            <a:gdLst/>
            <a:ahLst/>
            <a:cxnLst/>
            <a:rect l="l" t="t" r="r" b="b"/>
            <a:pathLst>
              <a:path w="1083945" h="240030">
                <a:moveTo>
                  <a:pt x="1083653" y="0"/>
                </a:moveTo>
                <a:lnTo>
                  <a:pt x="1033653" y="497"/>
                </a:lnTo>
                <a:lnTo>
                  <a:pt x="982743" y="2735"/>
                </a:lnTo>
                <a:lnTo>
                  <a:pt x="931849" y="7829"/>
                </a:lnTo>
                <a:lnTo>
                  <a:pt x="881897" y="16896"/>
                </a:lnTo>
                <a:lnTo>
                  <a:pt x="833816" y="31052"/>
                </a:lnTo>
                <a:lnTo>
                  <a:pt x="788532" y="51414"/>
                </a:lnTo>
                <a:lnTo>
                  <a:pt x="746972" y="79097"/>
                </a:lnTo>
                <a:lnTo>
                  <a:pt x="708622" y="114809"/>
                </a:lnTo>
                <a:lnTo>
                  <a:pt x="671600" y="154172"/>
                </a:lnTo>
                <a:lnTo>
                  <a:pt x="633763" y="191491"/>
                </a:lnTo>
                <a:lnTo>
                  <a:pt x="592969" y="221074"/>
                </a:lnTo>
                <a:lnTo>
                  <a:pt x="547074" y="237230"/>
                </a:lnTo>
                <a:lnTo>
                  <a:pt x="503249" y="239414"/>
                </a:lnTo>
                <a:lnTo>
                  <a:pt x="460365" y="233298"/>
                </a:lnTo>
                <a:lnTo>
                  <a:pt x="418244" y="220296"/>
                </a:lnTo>
                <a:lnTo>
                  <a:pt x="376709" y="201822"/>
                </a:lnTo>
                <a:lnTo>
                  <a:pt x="335581" y="179289"/>
                </a:lnTo>
                <a:lnTo>
                  <a:pt x="294686" y="154112"/>
                </a:lnTo>
                <a:lnTo>
                  <a:pt x="253844" y="127705"/>
                </a:lnTo>
                <a:lnTo>
                  <a:pt x="212878" y="101480"/>
                </a:lnTo>
                <a:lnTo>
                  <a:pt x="171612" y="76854"/>
                </a:lnTo>
                <a:lnTo>
                  <a:pt x="129869" y="55238"/>
                </a:lnTo>
                <a:lnTo>
                  <a:pt x="87470" y="38048"/>
                </a:lnTo>
                <a:lnTo>
                  <a:pt x="44240" y="26697"/>
                </a:lnTo>
                <a:lnTo>
                  <a:pt x="0" y="22599"/>
                </a:lnTo>
              </a:path>
            </a:pathLst>
          </a:custGeom>
          <a:ln w="4593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78935" y="1520951"/>
            <a:ext cx="1210055" cy="371855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3743853" y="1573865"/>
            <a:ext cx="1083945" cy="240029"/>
          </a:xfrm>
          <a:custGeom>
            <a:avLst/>
            <a:gdLst/>
            <a:ahLst/>
            <a:cxnLst/>
            <a:rect l="l" t="t" r="r" b="b"/>
            <a:pathLst>
              <a:path w="1083945" h="240030">
                <a:moveTo>
                  <a:pt x="1083653" y="0"/>
                </a:moveTo>
                <a:lnTo>
                  <a:pt x="1033653" y="497"/>
                </a:lnTo>
                <a:lnTo>
                  <a:pt x="982743" y="2735"/>
                </a:lnTo>
                <a:lnTo>
                  <a:pt x="931849" y="7829"/>
                </a:lnTo>
                <a:lnTo>
                  <a:pt x="881897" y="16896"/>
                </a:lnTo>
                <a:lnTo>
                  <a:pt x="833816" y="31052"/>
                </a:lnTo>
                <a:lnTo>
                  <a:pt x="788532" y="51414"/>
                </a:lnTo>
                <a:lnTo>
                  <a:pt x="746972" y="79097"/>
                </a:lnTo>
                <a:lnTo>
                  <a:pt x="708622" y="114809"/>
                </a:lnTo>
                <a:lnTo>
                  <a:pt x="671600" y="154172"/>
                </a:lnTo>
                <a:lnTo>
                  <a:pt x="633763" y="191491"/>
                </a:lnTo>
                <a:lnTo>
                  <a:pt x="592969" y="221074"/>
                </a:lnTo>
                <a:lnTo>
                  <a:pt x="547074" y="237230"/>
                </a:lnTo>
                <a:lnTo>
                  <a:pt x="503249" y="239414"/>
                </a:lnTo>
                <a:lnTo>
                  <a:pt x="460365" y="233298"/>
                </a:lnTo>
                <a:lnTo>
                  <a:pt x="418244" y="220296"/>
                </a:lnTo>
                <a:lnTo>
                  <a:pt x="376709" y="201822"/>
                </a:lnTo>
                <a:lnTo>
                  <a:pt x="335581" y="179289"/>
                </a:lnTo>
                <a:lnTo>
                  <a:pt x="294686" y="154112"/>
                </a:lnTo>
                <a:lnTo>
                  <a:pt x="253844" y="127705"/>
                </a:lnTo>
                <a:lnTo>
                  <a:pt x="212878" y="101480"/>
                </a:lnTo>
                <a:lnTo>
                  <a:pt x="171612" y="76854"/>
                </a:lnTo>
                <a:lnTo>
                  <a:pt x="129869" y="55238"/>
                </a:lnTo>
                <a:lnTo>
                  <a:pt x="87470" y="38048"/>
                </a:lnTo>
                <a:lnTo>
                  <a:pt x="44240" y="26697"/>
                </a:lnTo>
                <a:lnTo>
                  <a:pt x="0" y="22599"/>
                </a:lnTo>
              </a:path>
            </a:pathLst>
          </a:custGeom>
          <a:ln w="4593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85031" y="1694687"/>
            <a:ext cx="1216151" cy="368807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3751689" y="1748323"/>
            <a:ext cx="1083945" cy="240029"/>
          </a:xfrm>
          <a:custGeom>
            <a:avLst/>
            <a:gdLst/>
            <a:ahLst/>
            <a:cxnLst/>
            <a:rect l="l" t="t" r="r" b="b"/>
            <a:pathLst>
              <a:path w="1083945" h="240030">
                <a:moveTo>
                  <a:pt x="1083653" y="0"/>
                </a:moveTo>
                <a:lnTo>
                  <a:pt x="1033654" y="497"/>
                </a:lnTo>
                <a:lnTo>
                  <a:pt x="982743" y="2735"/>
                </a:lnTo>
                <a:lnTo>
                  <a:pt x="931849" y="7829"/>
                </a:lnTo>
                <a:lnTo>
                  <a:pt x="881898" y="16896"/>
                </a:lnTo>
                <a:lnTo>
                  <a:pt x="833816" y="31052"/>
                </a:lnTo>
                <a:lnTo>
                  <a:pt x="788532" y="51414"/>
                </a:lnTo>
                <a:lnTo>
                  <a:pt x="746972" y="79097"/>
                </a:lnTo>
                <a:lnTo>
                  <a:pt x="708622" y="114809"/>
                </a:lnTo>
                <a:lnTo>
                  <a:pt x="671600" y="154172"/>
                </a:lnTo>
                <a:lnTo>
                  <a:pt x="633763" y="191491"/>
                </a:lnTo>
                <a:lnTo>
                  <a:pt x="592969" y="221074"/>
                </a:lnTo>
                <a:lnTo>
                  <a:pt x="547074" y="237230"/>
                </a:lnTo>
                <a:lnTo>
                  <a:pt x="503250" y="239414"/>
                </a:lnTo>
                <a:lnTo>
                  <a:pt x="460366" y="233298"/>
                </a:lnTo>
                <a:lnTo>
                  <a:pt x="418244" y="220296"/>
                </a:lnTo>
                <a:lnTo>
                  <a:pt x="376709" y="201822"/>
                </a:lnTo>
                <a:lnTo>
                  <a:pt x="335582" y="179289"/>
                </a:lnTo>
                <a:lnTo>
                  <a:pt x="294686" y="154112"/>
                </a:lnTo>
                <a:lnTo>
                  <a:pt x="253844" y="127705"/>
                </a:lnTo>
                <a:lnTo>
                  <a:pt x="212878" y="101480"/>
                </a:lnTo>
                <a:lnTo>
                  <a:pt x="171613" y="76854"/>
                </a:lnTo>
                <a:lnTo>
                  <a:pt x="129869" y="55238"/>
                </a:lnTo>
                <a:lnTo>
                  <a:pt x="87470" y="38048"/>
                </a:lnTo>
                <a:lnTo>
                  <a:pt x="44240" y="26697"/>
                </a:lnTo>
                <a:lnTo>
                  <a:pt x="0" y="22599"/>
                </a:lnTo>
              </a:path>
            </a:pathLst>
          </a:custGeom>
          <a:ln w="4593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85031" y="1850135"/>
            <a:ext cx="1216151" cy="368807"/>
          </a:xfrm>
          <a:prstGeom prst="rect">
            <a:avLst/>
          </a:prstGeom>
        </p:spPr>
      </p:pic>
      <p:sp>
        <p:nvSpPr>
          <p:cNvPr id="27" name="bg object 27"/>
          <p:cNvSpPr/>
          <p:nvPr/>
        </p:nvSpPr>
        <p:spPr>
          <a:xfrm>
            <a:off x="3751689" y="1903289"/>
            <a:ext cx="1083945" cy="240029"/>
          </a:xfrm>
          <a:custGeom>
            <a:avLst/>
            <a:gdLst/>
            <a:ahLst/>
            <a:cxnLst/>
            <a:rect l="l" t="t" r="r" b="b"/>
            <a:pathLst>
              <a:path w="1083945" h="240030">
                <a:moveTo>
                  <a:pt x="1083653" y="0"/>
                </a:moveTo>
                <a:lnTo>
                  <a:pt x="1033654" y="497"/>
                </a:lnTo>
                <a:lnTo>
                  <a:pt x="982743" y="2735"/>
                </a:lnTo>
                <a:lnTo>
                  <a:pt x="931849" y="7829"/>
                </a:lnTo>
                <a:lnTo>
                  <a:pt x="881898" y="16896"/>
                </a:lnTo>
                <a:lnTo>
                  <a:pt x="833816" y="31052"/>
                </a:lnTo>
                <a:lnTo>
                  <a:pt x="788532" y="51414"/>
                </a:lnTo>
                <a:lnTo>
                  <a:pt x="746972" y="79097"/>
                </a:lnTo>
                <a:lnTo>
                  <a:pt x="708622" y="114809"/>
                </a:lnTo>
                <a:lnTo>
                  <a:pt x="671600" y="154172"/>
                </a:lnTo>
                <a:lnTo>
                  <a:pt x="633763" y="191491"/>
                </a:lnTo>
                <a:lnTo>
                  <a:pt x="592969" y="221074"/>
                </a:lnTo>
                <a:lnTo>
                  <a:pt x="547074" y="237230"/>
                </a:lnTo>
                <a:lnTo>
                  <a:pt x="503250" y="239414"/>
                </a:lnTo>
                <a:lnTo>
                  <a:pt x="460366" y="233298"/>
                </a:lnTo>
                <a:lnTo>
                  <a:pt x="418244" y="220296"/>
                </a:lnTo>
                <a:lnTo>
                  <a:pt x="376709" y="201822"/>
                </a:lnTo>
                <a:lnTo>
                  <a:pt x="335582" y="179289"/>
                </a:lnTo>
                <a:lnTo>
                  <a:pt x="294686" y="154112"/>
                </a:lnTo>
                <a:lnTo>
                  <a:pt x="253844" y="127705"/>
                </a:lnTo>
                <a:lnTo>
                  <a:pt x="212878" y="101480"/>
                </a:lnTo>
                <a:lnTo>
                  <a:pt x="171613" y="76854"/>
                </a:lnTo>
                <a:lnTo>
                  <a:pt x="129869" y="55238"/>
                </a:lnTo>
                <a:lnTo>
                  <a:pt x="87470" y="38048"/>
                </a:lnTo>
                <a:lnTo>
                  <a:pt x="44240" y="26697"/>
                </a:lnTo>
                <a:lnTo>
                  <a:pt x="0" y="22599"/>
                </a:lnTo>
              </a:path>
            </a:pathLst>
          </a:custGeom>
          <a:ln w="4593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bg 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63495" y="1648967"/>
            <a:ext cx="1347215" cy="237743"/>
          </a:xfrm>
          <a:prstGeom prst="rect">
            <a:avLst/>
          </a:prstGeom>
        </p:spPr>
      </p:pic>
      <p:sp>
        <p:nvSpPr>
          <p:cNvPr id="29" name="bg object 29"/>
          <p:cNvSpPr/>
          <p:nvPr/>
        </p:nvSpPr>
        <p:spPr>
          <a:xfrm>
            <a:off x="2111664" y="1756666"/>
            <a:ext cx="1151255" cy="0"/>
          </a:xfrm>
          <a:custGeom>
            <a:avLst/>
            <a:gdLst/>
            <a:ahLst/>
            <a:cxnLst/>
            <a:rect l="l" t="t" r="r" b="b"/>
            <a:pathLst>
              <a:path w="1151254">
                <a:moveTo>
                  <a:pt x="0" y="0"/>
                </a:moveTo>
                <a:lnTo>
                  <a:pt x="1150665" y="0"/>
                </a:lnTo>
              </a:path>
            </a:pathLst>
          </a:custGeom>
          <a:ln w="11485">
            <a:solidFill>
              <a:srgbClr val="1A1A1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3262330" y="1737695"/>
            <a:ext cx="52069" cy="38100"/>
          </a:xfrm>
          <a:custGeom>
            <a:avLst/>
            <a:gdLst/>
            <a:ahLst/>
            <a:cxnLst/>
            <a:rect l="l" t="t" r="r" b="b"/>
            <a:pathLst>
              <a:path w="52070" h="38100">
                <a:moveTo>
                  <a:pt x="0" y="37942"/>
                </a:moveTo>
                <a:lnTo>
                  <a:pt x="0" y="0"/>
                </a:lnTo>
                <a:lnTo>
                  <a:pt x="52005" y="18971"/>
                </a:lnTo>
                <a:lnTo>
                  <a:pt x="0" y="3794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3262330" y="1737695"/>
            <a:ext cx="52069" cy="38100"/>
          </a:xfrm>
          <a:custGeom>
            <a:avLst/>
            <a:gdLst/>
            <a:ahLst/>
            <a:cxnLst/>
            <a:rect l="l" t="t" r="r" b="b"/>
            <a:pathLst>
              <a:path w="52070" h="38100">
                <a:moveTo>
                  <a:pt x="0" y="37942"/>
                </a:moveTo>
                <a:lnTo>
                  <a:pt x="52005" y="18971"/>
                </a:lnTo>
                <a:lnTo>
                  <a:pt x="0" y="0"/>
                </a:lnTo>
                <a:lnTo>
                  <a:pt x="0" y="37942"/>
                </a:lnTo>
                <a:close/>
              </a:path>
            </a:pathLst>
          </a:custGeom>
          <a:ln w="11476">
            <a:solidFill>
              <a:srgbClr val="1A1A1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bg object 3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63495" y="2636519"/>
            <a:ext cx="1347215" cy="237743"/>
          </a:xfrm>
          <a:prstGeom prst="rect">
            <a:avLst/>
          </a:prstGeom>
        </p:spPr>
      </p:pic>
      <p:sp>
        <p:nvSpPr>
          <p:cNvPr id="33" name="bg object 33"/>
          <p:cNvSpPr/>
          <p:nvPr/>
        </p:nvSpPr>
        <p:spPr>
          <a:xfrm>
            <a:off x="2111664" y="2742837"/>
            <a:ext cx="1151255" cy="0"/>
          </a:xfrm>
          <a:custGeom>
            <a:avLst/>
            <a:gdLst/>
            <a:ahLst/>
            <a:cxnLst/>
            <a:rect l="l" t="t" r="r" b="b"/>
            <a:pathLst>
              <a:path w="1151254">
                <a:moveTo>
                  <a:pt x="0" y="0"/>
                </a:moveTo>
                <a:lnTo>
                  <a:pt x="1150665" y="0"/>
                </a:lnTo>
              </a:path>
            </a:pathLst>
          </a:custGeom>
          <a:ln w="11485">
            <a:solidFill>
              <a:srgbClr val="1A1A1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3262330" y="2723866"/>
            <a:ext cx="52069" cy="38100"/>
          </a:xfrm>
          <a:custGeom>
            <a:avLst/>
            <a:gdLst/>
            <a:ahLst/>
            <a:cxnLst/>
            <a:rect l="l" t="t" r="r" b="b"/>
            <a:pathLst>
              <a:path w="52070" h="38100">
                <a:moveTo>
                  <a:pt x="0" y="37942"/>
                </a:moveTo>
                <a:lnTo>
                  <a:pt x="0" y="0"/>
                </a:lnTo>
                <a:lnTo>
                  <a:pt x="52005" y="18971"/>
                </a:lnTo>
                <a:lnTo>
                  <a:pt x="0" y="3794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3262330" y="2723866"/>
            <a:ext cx="52069" cy="38100"/>
          </a:xfrm>
          <a:custGeom>
            <a:avLst/>
            <a:gdLst/>
            <a:ahLst/>
            <a:cxnLst/>
            <a:rect l="l" t="t" r="r" b="b"/>
            <a:pathLst>
              <a:path w="52070" h="38100">
                <a:moveTo>
                  <a:pt x="0" y="37942"/>
                </a:moveTo>
                <a:lnTo>
                  <a:pt x="52005" y="18971"/>
                </a:lnTo>
                <a:lnTo>
                  <a:pt x="0" y="0"/>
                </a:lnTo>
                <a:lnTo>
                  <a:pt x="0" y="37942"/>
                </a:lnTo>
                <a:close/>
              </a:path>
            </a:pathLst>
          </a:custGeom>
          <a:ln w="11476">
            <a:solidFill>
              <a:srgbClr val="1A1A1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bg object 3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7551" y="1325879"/>
            <a:ext cx="512063" cy="515111"/>
          </a:xfrm>
          <a:prstGeom prst="rect">
            <a:avLst/>
          </a:prstGeom>
        </p:spPr>
      </p:pic>
      <p:sp>
        <p:nvSpPr>
          <p:cNvPr id="37" name="bg object 37"/>
          <p:cNvSpPr/>
          <p:nvPr/>
        </p:nvSpPr>
        <p:spPr>
          <a:xfrm>
            <a:off x="1034863" y="1364738"/>
            <a:ext cx="417830" cy="418465"/>
          </a:xfrm>
          <a:custGeom>
            <a:avLst/>
            <a:gdLst/>
            <a:ahLst/>
            <a:cxnLst/>
            <a:rect l="l" t="t" r="r" b="b"/>
            <a:pathLst>
              <a:path w="417830" h="418464">
                <a:moveTo>
                  <a:pt x="208621" y="418191"/>
                </a:moveTo>
                <a:lnTo>
                  <a:pt x="160786" y="412669"/>
                </a:lnTo>
                <a:lnTo>
                  <a:pt x="116874" y="396938"/>
                </a:lnTo>
                <a:lnTo>
                  <a:pt x="78139" y="372255"/>
                </a:lnTo>
                <a:lnTo>
                  <a:pt x="45831" y="339874"/>
                </a:lnTo>
                <a:lnTo>
                  <a:pt x="21204" y="301050"/>
                </a:lnTo>
                <a:lnTo>
                  <a:pt x="5509" y="257039"/>
                </a:lnTo>
                <a:lnTo>
                  <a:pt x="0" y="209095"/>
                </a:lnTo>
                <a:lnTo>
                  <a:pt x="5509" y="161152"/>
                </a:lnTo>
                <a:lnTo>
                  <a:pt x="21204" y="117140"/>
                </a:lnTo>
                <a:lnTo>
                  <a:pt x="45831" y="78317"/>
                </a:lnTo>
                <a:lnTo>
                  <a:pt x="78139" y="45936"/>
                </a:lnTo>
                <a:lnTo>
                  <a:pt x="116874" y="21252"/>
                </a:lnTo>
                <a:lnTo>
                  <a:pt x="160786" y="5522"/>
                </a:lnTo>
                <a:lnTo>
                  <a:pt x="208621" y="0"/>
                </a:lnTo>
                <a:lnTo>
                  <a:pt x="249511" y="4054"/>
                </a:lnTo>
                <a:lnTo>
                  <a:pt x="288457" y="15916"/>
                </a:lnTo>
                <a:lnTo>
                  <a:pt x="324364" y="35130"/>
                </a:lnTo>
                <a:lnTo>
                  <a:pt x="356138" y="61242"/>
                </a:lnTo>
                <a:lnTo>
                  <a:pt x="382191" y="93089"/>
                </a:lnTo>
                <a:lnTo>
                  <a:pt x="401362" y="129078"/>
                </a:lnTo>
                <a:lnTo>
                  <a:pt x="413197" y="168112"/>
                </a:lnTo>
                <a:lnTo>
                  <a:pt x="417242" y="209095"/>
                </a:lnTo>
                <a:lnTo>
                  <a:pt x="411732" y="257039"/>
                </a:lnTo>
                <a:lnTo>
                  <a:pt x="396038" y="301050"/>
                </a:lnTo>
                <a:lnTo>
                  <a:pt x="371410" y="339874"/>
                </a:lnTo>
                <a:lnTo>
                  <a:pt x="339103" y="372255"/>
                </a:lnTo>
                <a:lnTo>
                  <a:pt x="300367" y="396938"/>
                </a:lnTo>
                <a:lnTo>
                  <a:pt x="256456" y="412669"/>
                </a:lnTo>
                <a:lnTo>
                  <a:pt x="208621" y="418191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034863" y="1364738"/>
            <a:ext cx="417830" cy="418465"/>
          </a:xfrm>
          <a:custGeom>
            <a:avLst/>
            <a:gdLst/>
            <a:ahLst/>
            <a:cxnLst/>
            <a:rect l="l" t="t" r="r" b="b"/>
            <a:pathLst>
              <a:path w="417830" h="418464">
                <a:moveTo>
                  <a:pt x="0" y="209095"/>
                </a:moveTo>
                <a:lnTo>
                  <a:pt x="5509" y="161152"/>
                </a:lnTo>
                <a:lnTo>
                  <a:pt x="21204" y="117140"/>
                </a:lnTo>
                <a:lnTo>
                  <a:pt x="45831" y="78317"/>
                </a:lnTo>
                <a:lnTo>
                  <a:pt x="78139" y="45936"/>
                </a:lnTo>
                <a:lnTo>
                  <a:pt x="116874" y="21252"/>
                </a:lnTo>
                <a:lnTo>
                  <a:pt x="160786" y="5522"/>
                </a:lnTo>
                <a:lnTo>
                  <a:pt x="208621" y="0"/>
                </a:lnTo>
                <a:lnTo>
                  <a:pt x="249511" y="4054"/>
                </a:lnTo>
                <a:lnTo>
                  <a:pt x="288457" y="15916"/>
                </a:lnTo>
                <a:lnTo>
                  <a:pt x="324364" y="35130"/>
                </a:lnTo>
                <a:lnTo>
                  <a:pt x="356138" y="61242"/>
                </a:lnTo>
                <a:lnTo>
                  <a:pt x="382191" y="93089"/>
                </a:lnTo>
                <a:lnTo>
                  <a:pt x="401362" y="129078"/>
                </a:lnTo>
                <a:lnTo>
                  <a:pt x="413197" y="168112"/>
                </a:lnTo>
                <a:lnTo>
                  <a:pt x="417242" y="209095"/>
                </a:lnTo>
                <a:lnTo>
                  <a:pt x="411732" y="257039"/>
                </a:lnTo>
                <a:lnTo>
                  <a:pt x="396038" y="301050"/>
                </a:lnTo>
                <a:lnTo>
                  <a:pt x="371410" y="339874"/>
                </a:lnTo>
                <a:lnTo>
                  <a:pt x="339103" y="372255"/>
                </a:lnTo>
                <a:lnTo>
                  <a:pt x="300367" y="396938"/>
                </a:lnTo>
                <a:lnTo>
                  <a:pt x="256456" y="412669"/>
                </a:lnTo>
                <a:lnTo>
                  <a:pt x="208621" y="418191"/>
                </a:lnTo>
                <a:lnTo>
                  <a:pt x="160786" y="412669"/>
                </a:lnTo>
                <a:lnTo>
                  <a:pt x="116874" y="396938"/>
                </a:lnTo>
                <a:lnTo>
                  <a:pt x="78139" y="372255"/>
                </a:lnTo>
                <a:lnTo>
                  <a:pt x="45831" y="339874"/>
                </a:lnTo>
                <a:lnTo>
                  <a:pt x="21204" y="301050"/>
                </a:lnTo>
                <a:lnTo>
                  <a:pt x="5509" y="257039"/>
                </a:lnTo>
                <a:lnTo>
                  <a:pt x="0" y="209095"/>
                </a:lnTo>
                <a:close/>
              </a:path>
            </a:pathLst>
          </a:custGeom>
          <a:ln w="11472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bg object 3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65631" y="2532887"/>
            <a:ext cx="1207007" cy="350519"/>
          </a:xfrm>
          <a:prstGeom prst="rect">
            <a:avLst/>
          </a:prstGeom>
        </p:spPr>
      </p:pic>
      <p:sp>
        <p:nvSpPr>
          <p:cNvPr id="40" name="bg object 40"/>
          <p:cNvSpPr/>
          <p:nvPr/>
        </p:nvSpPr>
        <p:spPr>
          <a:xfrm>
            <a:off x="931857" y="2588375"/>
            <a:ext cx="1076960" cy="222250"/>
          </a:xfrm>
          <a:custGeom>
            <a:avLst/>
            <a:gdLst/>
            <a:ahLst/>
            <a:cxnLst/>
            <a:rect l="l" t="t" r="r" b="b"/>
            <a:pathLst>
              <a:path w="1076960" h="222250">
                <a:moveTo>
                  <a:pt x="1076668" y="0"/>
                </a:moveTo>
                <a:lnTo>
                  <a:pt x="1026990" y="461"/>
                </a:lnTo>
                <a:lnTo>
                  <a:pt x="976408" y="2537"/>
                </a:lnTo>
                <a:lnTo>
                  <a:pt x="925842" y="7261"/>
                </a:lnTo>
                <a:lnTo>
                  <a:pt x="876213" y="15670"/>
                </a:lnTo>
                <a:lnTo>
                  <a:pt x="828441" y="28799"/>
                </a:lnTo>
                <a:lnTo>
                  <a:pt x="783449" y="47684"/>
                </a:lnTo>
                <a:lnTo>
                  <a:pt x="742157" y="73359"/>
                </a:lnTo>
                <a:lnTo>
                  <a:pt x="704054" y="106481"/>
                </a:lnTo>
                <a:lnTo>
                  <a:pt x="667271" y="142988"/>
                </a:lnTo>
                <a:lnTo>
                  <a:pt x="629678" y="177600"/>
                </a:lnTo>
                <a:lnTo>
                  <a:pt x="589146" y="205038"/>
                </a:lnTo>
                <a:lnTo>
                  <a:pt x="543547" y="220021"/>
                </a:lnTo>
                <a:lnTo>
                  <a:pt x="500005" y="222047"/>
                </a:lnTo>
                <a:lnTo>
                  <a:pt x="457398" y="216375"/>
                </a:lnTo>
                <a:lnTo>
                  <a:pt x="415548" y="204316"/>
                </a:lnTo>
                <a:lnTo>
                  <a:pt x="374280" y="187182"/>
                </a:lnTo>
                <a:lnTo>
                  <a:pt x="333418" y="166284"/>
                </a:lnTo>
                <a:lnTo>
                  <a:pt x="292786" y="142933"/>
                </a:lnTo>
                <a:lnTo>
                  <a:pt x="252207" y="118441"/>
                </a:lnTo>
                <a:lnTo>
                  <a:pt x="211506" y="94119"/>
                </a:lnTo>
                <a:lnTo>
                  <a:pt x="170506" y="71278"/>
                </a:lnTo>
                <a:lnTo>
                  <a:pt x="129032" y="51231"/>
                </a:lnTo>
                <a:lnTo>
                  <a:pt x="86907" y="35288"/>
                </a:lnTo>
                <a:lnTo>
                  <a:pt x="43954" y="24760"/>
                </a:lnTo>
                <a:lnTo>
                  <a:pt x="0" y="20959"/>
                </a:lnTo>
              </a:path>
            </a:pathLst>
          </a:custGeom>
          <a:ln w="4593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1" name="bg object 4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64463" y="1837944"/>
            <a:ext cx="335279" cy="146303"/>
          </a:xfrm>
          <a:prstGeom prst="rect">
            <a:avLst/>
          </a:prstGeom>
        </p:spPr>
      </p:pic>
      <p:sp>
        <p:nvSpPr>
          <p:cNvPr id="42" name="bg object 42"/>
          <p:cNvSpPr/>
          <p:nvPr/>
        </p:nvSpPr>
        <p:spPr>
          <a:xfrm>
            <a:off x="716032" y="1901457"/>
            <a:ext cx="233679" cy="0"/>
          </a:xfrm>
          <a:custGeom>
            <a:avLst/>
            <a:gdLst/>
            <a:ahLst/>
            <a:cxnLst/>
            <a:rect l="l" t="t" r="r" b="b"/>
            <a:pathLst>
              <a:path w="233680">
                <a:moveTo>
                  <a:pt x="233525" y="0"/>
                </a:moveTo>
                <a:lnTo>
                  <a:pt x="0" y="0"/>
                </a:lnTo>
              </a:path>
            </a:pathLst>
          </a:custGeom>
          <a:ln w="22971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bg object 4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70559" y="2011680"/>
            <a:ext cx="329183" cy="143255"/>
          </a:xfrm>
          <a:prstGeom prst="rect">
            <a:avLst/>
          </a:prstGeom>
        </p:spPr>
      </p:pic>
      <p:sp>
        <p:nvSpPr>
          <p:cNvPr id="44" name="bg object 44"/>
          <p:cNvSpPr/>
          <p:nvPr/>
        </p:nvSpPr>
        <p:spPr>
          <a:xfrm>
            <a:off x="721438" y="2076336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228111" y="0"/>
                </a:moveTo>
                <a:lnTo>
                  <a:pt x="0" y="0"/>
                </a:lnTo>
              </a:path>
            </a:pathLst>
          </a:custGeom>
          <a:ln w="22971">
            <a:solidFill>
              <a:srgbClr val="4A86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bg object 4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55319" y="2350007"/>
            <a:ext cx="304799" cy="143255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70559" y="2551175"/>
            <a:ext cx="316991" cy="143255"/>
          </a:xfrm>
          <a:prstGeom prst="rect">
            <a:avLst/>
          </a:prstGeom>
        </p:spPr>
      </p:pic>
      <p:sp>
        <p:nvSpPr>
          <p:cNvPr id="47" name="bg object 47"/>
          <p:cNvSpPr/>
          <p:nvPr/>
        </p:nvSpPr>
        <p:spPr>
          <a:xfrm>
            <a:off x="721401" y="2617089"/>
            <a:ext cx="212090" cy="0"/>
          </a:xfrm>
          <a:custGeom>
            <a:avLst/>
            <a:gdLst/>
            <a:ahLst/>
            <a:cxnLst/>
            <a:rect l="l" t="t" r="r" b="b"/>
            <a:pathLst>
              <a:path w="212090">
                <a:moveTo>
                  <a:pt x="212050" y="0"/>
                </a:moveTo>
                <a:lnTo>
                  <a:pt x="0" y="0"/>
                </a:lnTo>
              </a:path>
            </a:pathLst>
          </a:custGeom>
          <a:ln w="5742">
            <a:solidFill>
              <a:srgbClr val="37C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721401" y="2617089"/>
            <a:ext cx="212090" cy="0"/>
          </a:xfrm>
          <a:custGeom>
            <a:avLst/>
            <a:gdLst/>
            <a:ahLst/>
            <a:cxnLst/>
            <a:rect l="l" t="t" r="r" b="b"/>
            <a:pathLst>
              <a:path w="212090">
                <a:moveTo>
                  <a:pt x="212050" y="0"/>
                </a:moveTo>
                <a:lnTo>
                  <a:pt x="0" y="0"/>
                </a:lnTo>
              </a:path>
            </a:pathLst>
          </a:custGeom>
          <a:ln w="22971">
            <a:solidFill>
              <a:srgbClr val="37C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9" name="bg object 4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44295" y="2337815"/>
            <a:ext cx="1197863" cy="350519"/>
          </a:xfrm>
          <a:prstGeom prst="rect">
            <a:avLst/>
          </a:prstGeom>
        </p:spPr>
      </p:pic>
      <p:sp>
        <p:nvSpPr>
          <p:cNvPr id="50" name="bg object 50"/>
          <p:cNvSpPr/>
          <p:nvPr/>
        </p:nvSpPr>
        <p:spPr>
          <a:xfrm>
            <a:off x="904591" y="2390765"/>
            <a:ext cx="1076960" cy="222250"/>
          </a:xfrm>
          <a:custGeom>
            <a:avLst/>
            <a:gdLst/>
            <a:ahLst/>
            <a:cxnLst/>
            <a:rect l="l" t="t" r="r" b="b"/>
            <a:pathLst>
              <a:path w="1076960" h="222250">
                <a:moveTo>
                  <a:pt x="1076668" y="0"/>
                </a:moveTo>
                <a:lnTo>
                  <a:pt x="1026990" y="461"/>
                </a:lnTo>
                <a:lnTo>
                  <a:pt x="976408" y="2537"/>
                </a:lnTo>
                <a:lnTo>
                  <a:pt x="925842" y="7261"/>
                </a:lnTo>
                <a:lnTo>
                  <a:pt x="876213" y="15670"/>
                </a:lnTo>
                <a:lnTo>
                  <a:pt x="828441" y="28799"/>
                </a:lnTo>
                <a:lnTo>
                  <a:pt x="783449" y="47684"/>
                </a:lnTo>
                <a:lnTo>
                  <a:pt x="742157" y="73359"/>
                </a:lnTo>
                <a:lnTo>
                  <a:pt x="704054" y="106481"/>
                </a:lnTo>
                <a:lnTo>
                  <a:pt x="667271" y="142988"/>
                </a:lnTo>
                <a:lnTo>
                  <a:pt x="629678" y="177600"/>
                </a:lnTo>
                <a:lnTo>
                  <a:pt x="589146" y="205037"/>
                </a:lnTo>
                <a:lnTo>
                  <a:pt x="543547" y="220021"/>
                </a:lnTo>
                <a:lnTo>
                  <a:pt x="500005" y="222047"/>
                </a:lnTo>
                <a:lnTo>
                  <a:pt x="457398" y="216375"/>
                </a:lnTo>
                <a:lnTo>
                  <a:pt x="415548" y="204316"/>
                </a:lnTo>
                <a:lnTo>
                  <a:pt x="374280" y="187182"/>
                </a:lnTo>
                <a:lnTo>
                  <a:pt x="333418" y="166284"/>
                </a:lnTo>
                <a:lnTo>
                  <a:pt x="292786" y="142933"/>
                </a:lnTo>
                <a:lnTo>
                  <a:pt x="252207" y="118441"/>
                </a:lnTo>
                <a:lnTo>
                  <a:pt x="211506" y="94119"/>
                </a:lnTo>
                <a:lnTo>
                  <a:pt x="170506" y="71278"/>
                </a:lnTo>
                <a:lnTo>
                  <a:pt x="129032" y="51231"/>
                </a:lnTo>
                <a:lnTo>
                  <a:pt x="86907" y="35288"/>
                </a:lnTo>
                <a:lnTo>
                  <a:pt x="43954" y="24760"/>
                </a:lnTo>
                <a:lnTo>
                  <a:pt x="0" y="20959"/>
                </a:lnTo>
              </a:path>
            </a:pathLst>
          </a:custGeom>
          <a:ln w="4593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1" name="bg object 5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77823" y="1831847"/>
            <a:ext cx="1130807" cy="335279"/>
          </a:xfrm>
          <a:prstGeom prst="rect">
            <a:avLst/>
          </a:prstGeom>
        </p:spPr>
      </p:pic>
      <p:sp>
        <p:nvSpPr>
          <p:cNvPr id="52" name="bg object 52"/>
          <p:cNvSpPr/>
          <p:nvPr/>
        </p:nvSpPr>
        <p:spPr>
          <a:xfrm>
            <a:off x="943120" y="1882434"/>
            <a:ext cx="1000125" cy="206375"/>
          </a:xfrm>
          <a:custGeom>
            <a:avLst/>
            <a:gdLst/>
            <a:ahLst/>
            <a:cxnLst/>
            <a:rect l="l" t="t" r="r" b="b"/>
            <a:pathLst>
              <a:path w="1000125" h="206375">
                <a:moveTo>
                  <a:pt x="999608" y="0"/>
                </a:moveTo>
                <a:lnTo>
                  <a:pt x="953487" y="428"/>
                </a:lnTo>
                <a:lnTo>
                  <a:pt x="906525" y="2355"/>
                </a:lnTo>
                <a:lnTo>
                  <a:pt x="859577" y="6741"/>
                </a:lnTo>
                <a:lnTo>
                  <a:pt x="813500" y="14549"/>
                </a:lnTo>
                <a:lnTo>
                  <a:pt x="769148" y="26738"/>
                </a:lnTo>
                <a:lnTo>
                  <a:pt x="727376" y="44271"/>
                </a:lnTo>
                <a:lnTo>
                  <a:pt x="689039" y="68109"/>
                </a:lnTo>
                <a:lnTo>
                  <a:pt x="653663" y="98860"/>
                </a:lnTo>
                <a:lnTo>
                  <a:pt x="619513" y="132754"/>
                </a:lnTo>
                <a:lnTo>
                  <a:pt x="584610" y="164889"/>
                </a:lnTo>
                <a:lnTo>
                  <a:pt x="546980" y="190363"/>
                </a:lnTo>
                <a:lnTo>
                  <a:pt x="504644" y="204273"/>
                </a:lnTo>
                <a:lnTo>
                  <a:pt x="460892" y="205972"/>
                </a:lnTo>
                <a:lnTo>
                  <a:pt x="418141" y="199401"/>
                </a:lnTo>
                <a:lnTo>
                  <a:pt x="376184" y="186110"/>
                </a:lnTo>
                <a:lnTo>
                  <a:pt x="334813" y="167645"/>
                </a:lnTo>
                <a:lnTo>
                  <a:pt x="293820" y="145556"/>
                </a:lnTo>
                <a:lnTo>
                  <a:pt x="252997" y="121390"/>
                </a:lnTo>
                <a:lnTo>
                  <a:pt x="212137" y="96694"/>
                </a:lnTo>
                <a:lnTo>
                  <a:pt x="171032" y="73017"/>
                </a:lnTo>
                <a:lnTo>
                  <a:pt x="129473" y="51908"/>
                </a:lnTo>
                <a:lnTo>
                  <a:pt x="87254" y="34913"/>
                </a:lnTo>
                <a:lnTo>
                  <a:pt x="44165" y="23581"/>
                </a:lnTo>
                <a:lnTo>
                  <a:pt x="0" y="19459"/>
                </a:lnTo>
              </a:path>
            </a:pathLst>
          </a:custGeom>
          <a:ln w="4593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3" name="bg object 5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77823" y="2005583"/>
            <a:ext cx="1130807" cy="335279"/>
          </a:xfrm>
          <a:prstGeom prst="rect">
            <a:avLst/>
          </a:prstGeom>
        </p:spPr>
      </p:pic>
      <p:sp>
        <p:nvSpPr>
          <p:cNvPr id="54" name="bg object 54"/>
          <p:cNvSpPr/>
          <p:nvPr/>
        </p:nvSpPr>
        <p:spPr>
          <a:xfrm>
            <a:off x="943120" y="2056104"/>
            <a:ext cx="1000125" cy="206375"/>
          </a:xfrm>
          <a:custGeom>
            <a:avLst/>
            <a:gdLst/>
            <a:ahLst/>
            <a:cxnLst/>
            <a:rect l="l" t="t" r="r" b="b"/>
            <a:pathLst>
              <a:path w="1000125" h="206375">
                <a:moveTo>
                  <a:pt x="999608" y="0"/>
                </a:moveTo>
                <a:lnTo>
                  <a:pt x="953487" y="428"/>
                </a:lnTo>
                <a:lnTo>
                  <a:pt x="906525" y="2355"/>
                </a:lnTo>
                <a:lnTo>
                  <a:pt x="859577" y="6741"/>
                </a:lnTo>
                <a:lnTo>
                  <a:pt x="813500" y="14549"/>
                </a:lnTo>
                <a:lnTo>
                  <a:pt x="769148" y="26738"/>
                </a:lnTo>
                <a:lnTo>
                  <a:pt x="727376" y="44271"/>
                </a:lnTo>
                <a:lnTo>
                  <a:pt x="689039" y="68109"/>
                </a:lnTo>
                <a:lnTo>
                  <a:pt x="653663" y="98860"/>
                </a:lnTo>
                <a:lnTo>
                  <a:pt x="619513" y="132754"/>
                </a:lnTo>
                <a:lnTo>
                  <a:pt x="584610" y="164889"/>
                </a:lnTo>
                <a:lnTo>
                  <a:pt x="546980" y="190363"/>
                </a:lnTo>
                <a:lnTo>
                  <a:pt x="504644" y="204273"/>
                </a:lnTo>
                <a:lnTo>
                  <a:pt x="460892" y="205972"/>
                </a:lnTo>
                <a:lnTo>
                  <a:pt x="418141" y="199401"/>
                </a:lnTo>
                <a:lnTo>
                  <a:pt x="376184" y="186110"/>
                </a:lnTo>
                <a:lnTo>
                  <a:pt x="334813" y="167645"/>
                </a:lnTo>
                <a:lnTo>
                  <a:pt x="293820" y="145556"/>
                </a:lnTo>
                <a:lnTo>
                  <a:pt x="252997" y="121389"/>
                </a:lnTo>
                <a:lnTo>
                  <a:pt x="212137" y="96694"/>
                </a:lnTo>
                <a:lnTo>
                  <a:pt x="171032" y="73017"/>
                </a:lnTo>
                <a:lnTo>
                  <a:pt x="129473" y="51908"/>
                </a:lnTo>
                <a:lnTo>
                  <a:pt x="87254" y="34913"/>
                </a:lnTo>
                <a:lnTo>
                  <a:pt x="44165" y="23581"/>
                </a:lnTo>
                <a:lnTo>
                  <a:pt x="0" y="19459"/>
                </a:lnTo>
              </a:path>
            </a:pathLst>
          </a:custGeom>
          <a:ln w="4593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5" name="bg object 5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78935" y="1999488"/>
            <a:ext cx="1210055" cy="368807"/>
          </a:xfrm>
          <a:prstGeom prst="rect">
            <a:avLst/>
          </a:prstGeom>
        </p:spPr>
      </p:pic>
      <p:sp>
        <p:nvSpPr>
          <p:cNvPr id="56" name="bg object 56"/>
          <p:cNvSpPr/>
          <p:nvPr/>
        </p:nvSpPr>
        <p:spPr>
          <a:xfrm>
            <a:off x="3743853" y="2053901"/>
            <a:ext cx="1083945" cy="240029"/>
          </a:xfrm>
          <a:custGeom>
            <a:avLst/>
            <a:gdLst/>
            <a:ahLst/>
            <a:cxnLst/>
            <a:rect l="l" t="t" r="r" b="b"/>
            <a:pathLst>
              <a:path w="1083945" h="240030">
                <a:moveTo>
                  <a:pt x="1083653" y="0"/>
                </a:moveTo>
                <a:lnTo>
                  <a:pt x="1033653" y="497"/>
                </a:lnTo>
                <a:lnTo>
                  <a:pt x="982743" y="2735"/>
                </a:lnTo>
                <a:lnTo>
                  <a:pt x="931849" y="7829"/>
                </a:lnTo>
                <a:lnTo>
                  <a:pt x="881897" y="16896"/>
                </a:lnTo>
                <a:lnTo>
                  <a:pt x="833816" y="31052"/>
                </a:lnTo>
                <a:lnTo>
                  <a:pt x="788532" y="51414"/>
                </a:lnTo>
                <a:lnTo>
                  <a:pt x="746972" y="79097"/>
                </a:lnTo>
                <a:lnTo>
                  <a:pt x="708622" y="114809"/>
                </a:lnTo>
                <a:lnTo>
                  <a:pt x="671600" y="154172"/>
                </a:lnTo>
                <a:lnTo>
                  <a:pt x="633763" y="191491"/>
                </a:lnTo>
                <a:lnTo>
                  <a:pt x="592969" y="221074"/>
                </a:lnTo>
                <a:lnTo>
                  <a:pt x="547074" y="237230"/>
                </a:lnTo>
                <a:lnTo>
                  <a:pt x="503249" y="239414"/>
                </a:lnTo>
                <a:lnTo>
                  <a:pt x="460365" y="233298"/>
                </a:lnTo>
                <a:lnTo>
                  <a:pt x="418244" y="220296"/>
                </a:lnTo>
                <a:lnTo>
                  <a:pt x="376709" y="201822"/>
                </a:lnTo>
                <a:lnTo>
                  <a:pt x="335581" y="179289"/>
                </a:lnTo>
                <a:lnTo>
                  <a:pt x="294686" y="154112"/>
                </a:lnTo>
                <a:lnTo>
                  <a:pt x="253844" y="127705"/>
                </a:lnTo>
                <a:lnTo>
                  <a:pt x="212878" y="101480"/>
                </a:lnTo>
                <a:lnTo>
                  <a:pt x="171612" y="76854"/>
                </a:lnTo>
                <a:lnTo>
                  <a:pt x="129869" y="55238"/>
                </a:lnTo>
                <a:lnTo>
                  <a:pt x="87470" y="38048"/>
                </a:lnTo>
                <a:lnTo>
                  <a:pt x="44240" y="26697"/>
                </a:lnTo>
                <a:lnTo>
                  <a:pt x="0" y="22599"/>
                </a:lnTo>
              </a:path>
            </a:pathLst>
          </a:custGeom>
          <a:ln w="4593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7" name="bg object 5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78935" y="2532887"/>
            <a:ext cx="1210055" cy="368807"/>
          </a:xfrm>
          <a:prstGeom prst="rect">
            <a:avLst/>
          </a:prstGeom>
        </p:spPr>
      </p:pic>
      <p:sp>
        <p:nvSpPr>
          <p:cNvPr id="58" name="bg object 58"/>
          <p:cNvSpPr/>
          <p:nvPr/>
        </p:nvSpPr>
        <p:spPr>
          <a:xfrm>
            <a:off x="3743853" y="2584621"/>
            <a:ext cx="1083945" cy="240029"/>
          </a:xfrm>
          <a:custGeom>
            <a:avLst/>
            <a:gdLst/>
            <a:ahLst/>
            <a:cxnLst/>
            <a:rect l="l" t="t" r="r" b="b"/>
            <a:pathLst>
              <a:path w="1083945" h="240030">
                <a:moveTo>
                  <a:pt x="1083653" y="0"/>
                </a:moveTo>
                <a:lnTo>
                  <a:pt x="1033653" y="497"/>
                </a:lnTo>
                <a:lnTo>
                  <a:pt x="982743" y="2735"/>
                </a:lnTo>
                <a:lnTo>
                  <a:pt x="931849" y="7829"/>
                </a:lnTo>
                <a:lnTo>
                  <a:pt x="881897" y="16896"/>
                </a:lnTo>
                <a:lnTo>
                  <a:pt x="833816" y="31052"/>
                </a:lnTo>
                <a:lnTo>
                  <a:pt x="788532" y="51414"/>
                </a:lnTo>
                <a:lnTo>
                  <a:pt x="746972" y="79097"/>
                </a:lnTo>
                <a:lnTo>
                  <a:pt x="708622" y="114809"/>
                </a:lnTo>
                <a:lnTo>
                  <a:pt x="671600" y="154172"/>
                </a:lnTo>
                <a:lnTo>
                  <a:pt x="633763" y="191491"/>
                </a:lnTo>
                <a:lnTo>
                  <a:pt x="592969" y="221074"/>
                </a:lnTo>
                <a:lnTo>
                  <a:pt x="547074" y="237230"/>
                </a:lnTo>
                <a:lnTo>
                  <a:pt x="503249" y="239414"/>
                </a:lnTo>
                <a:lnTo>
                  <a:pt x="460365" y="233298"/>
                </a:lnTo>
                <a:lnTo>
                  <a:pt x="418244" y="220296"/>
                </a:lnTo>
                <a:lnTo>
                  <a:pt x="376709" y="201822"/>
                </a:lnTo>
                <a:lnTo>
                  <a:pt x="335581" y="179289"/>
                </a:lnTo>
                <a:lnTo>
                  <a:pt x="294686" y="154112"/>
                </a:lnTo>
                <a:lnTo>
                  <a:pt x="253844" y="127705"/>
                </a:lnTo>
                <a:lnTo>
                  <a:pt x="212878" y="101480"/>
                </a:lnTo>
                <a:lnTo>
                  <a:pt x="171612" y="76854"/>
                </a:lnTo>
                <a:lnTo>
                  <a:pt x="129869" y="55238"/>
                </a:lnTo>
                <a:lnTo>
                  <a:pt x="87470" y="38048"/>
                </a:lnTo>
                <a:lnTo>
                  <a:pt x="44240" y="26697"/>
                </a:lnTo>
                <a:lnTo>
                  <a:pt x="0" y="22599"/>
                </a:lnTo>
              </a:path>
            </a:pathLst>
          </a:custGeom>
          <a:ln w="4593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9" name="bg object 5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91127" y="2706623"/>
            <a:ext cx="1210055" cy="368807"/>
          </a:xfrm>
          <a:prstGeom prst="rect">
            <a:avLst/>
          </a:prstGeom>
        </p:spPr>
      </p:pic>
      <p:sp>
        <p:nvSpPr>
          <p:cNvPr id="60" name="bg object 60"/>
          <p:cNvSpPr/>
          <p:nvPr/>
        </p:nvSpPr>
        <p:spPr>
          <a:xfrm>
            <a:off x="3754374" y="2759081"/>
            <a:ext cx="1083945" cy="240029"/>
          </a:xfrm>
          <a:custGeom>
            <a:avLst/>
            <a:gdLst/>
            <a:ahLst/>
            <a:cxnLst/>
            <a:rect l="l" t="t" r="r" b="b"/>
            <a:pathLst>
              <a:path w="1083945" h="240030">
                <a:moveTo>
                  <a:pt x="1083653" y="0"/>
                </a:moveTo>
                <a:lnTo>
                  <a:pt x="1033653" y="497"/>
                </a:lnTo>
                <a:lnTo>
                  <a:pt x="982743" y="2735"/>
                </a:lnTo>
                <a:lnTo>
                  <a:pt x="931849" y="7829"/>
                </a:lnTo>
                <a:lnTo>
                  <a:pt x="881897" y="16896"/>
                </a:lnTo>
                <a:lnTo>
                  <a:pt x="833816" y="31052"/>
                </a:lnTo>
                <a:lnTo>
                  <a:pt x="788532" y="51414"/>
                </a:lnTo>
                <a:lnTo>
                  <a:pt x="746972" y="79097"/>
                </a:lnTo>
                <a:lnTo>
                  <a:pt x="708622" y="114809"/>
                </a:lnTo>
                <a:lnTo>
                  <a:pt x="671600" y="154171"/>
                </a:lnTo>
                <a:lnTo>
                  <a:pt x="633763" y="191491"/>
                </a:lnTo>
                <a:lnTo>
                  <a:pt x="592968" y="221074"/>
                </a:lnTo>
                <a:lnTo>
                  <a:pt x="547074" y="237230"/>
                </a:lnTo>
                <a:lnTo>
                  <a:pt x="503249" y="239414"/>
                </a:lnTo>
                <a:lnTo>
                  <a:pt x="460365" y="233298"/>
                </a:lnTo>
                <a:lnTo>
                  <a:pt x="418244" y="220296"/>
                </a:lnTo>
                <a:lnTo>
                  <a:pt x="376709" y="201822"/>
                </a:lnTo>
                <a:lnTo>
                  <a:pt x="335581" y="179289"/>
                </a:lnTo>
                <a:lnTo>
                  <a:pt x="294686" y="154112"/>
                </a:lnTo>
                <a:lnTo>
                  <a:pt x="253844" y="127705"/>
                </a:lnTo>
                <a:lnTo>
                  <a:pt x="212878" y="101480"/>
                </a:lnTo>
                <a:lnTo>
                  <a:pt x="171612" y="76854"/>
                </a:lnTo>
                <a:lnTo>
                  <a:pt x="129869" y="55238"/>
                </a:lnTo>
                <a:lnTo>
                  <a:pt x="87470" y="38048"/>
                </a:lnTo>
                <a:lnTo>
                  <a:pt x="44240" y="26697"/>
                </a:lnTo>
                <a:lnTo>
                  <a:pt x="0" y="22599"/>
                </a:lnTo>
              </a:path>
            </a:pathLst>
          </a:custGeom>
          <a:ln w="4593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1" name="bg object 6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691127" y="2859023"/>
            <a:ext cx="1210055" cy="365759"/>
          </a:xfrm>
          <a:prstGeom prst="rect">
            <a:avLst/>
          </a:prstGeom>
        </p:spPr>
      </p:pic>
      <p:sp>
        <p:nvSpPr>
          <p:cNvPr id="62" name="bg object 62"/>
          <p:cNvSpPr/>
          <p:nvPr/>
        </p:nvSpPr>
        <p:spPr>
          <a:xfrm>
            <a:off x="3754374" y="2911357"/>
            <a:ext cx="1083945" cy="240029"/>
          </a:xfrm>
          <a:custGeom>
            <a:avLst/>
            <a:gdLst/>
            <a:ahLst/>
            <a:cxnLst/>
            <a:rect l="l" t="t" r="r" b="b"/>
            <a:pathLst>
              <a:path w="1083945" h="240030">
                <a:moveTo>
                  <a:pt x="1083653" y="0"/>
                </a:moveTo>
                <a:lnTo>
                  <a:pt x="1033653" y="497"/>
                </a:lnTo>
                <a:lnTo>
                  <a:pt x="982743" y="2735"/>
                </a:lnTo>
                <a:lnTo>
                  <a:pt x="931849" y="7829"/>
                </a:lnTo>
                <a:lnTo>
                  <a:pt x="881897" y="16896"/>
                </a:lnTo>
                <a:lnTo>
                  <a:pt x="833816" y="31052"/>
                </a:lnTo>
                <a:lnTo>
                  <a:pt x="788532" y="51414"/>
                </a:lnTo>
                <a:lnTo>
                  <a:pt x="746972" y="79097"/>
                </a:lnTo>
                <a:lnTo>
                  <a:pt x="708622" y="114809"/>
                </a:lnTo>
                <a:lnTo>
                  <a:pt x="671600" y="154172"/>
                </a:lnTo>
                <a:lnTo>
                  <a:pt x="633763" y="191491"/>
                </a:lnTo>
                <a:lnTo>
                  <a:pt x="592968" y="221074"/>
                </a:lnTo>
                <a:lnTo>
                  <a:pt x="547074" y="237230"/>
                </a:lnTo>
                <a:lnTo>
                  <a:pt x="503249" y="239414"/>
                </a:lnTo>
                <a:lnTo>
                  <a:pt x="460365" y="233298"/>
                </a:lnTo>
                <a:lnTo>
                  <a:pt x="418244" y="220296"/>
                </a:lnTo>
                <a:lnTo>
                  <a:pt x="376709" y="201822"/>
                </a:lnTo>
                <a:lnTo>
                  <a:pt x="335581" y="179289"/>
                </a:lnTo>
                <a:lnTo>
                  <a:pt x="294686" y="154112"/>
                </a:lnTo>
                <a:lnTo>
                  <a:pt x="253844" y="127705"/>
                </a:lnTo>
                <a:lnTo>
                  <a:pt x="212878" y="101480"/>
                </a:lnTo>
                <a:lnTo>
                  <a:pt x="171612" y="76854"/>
                </a:lnTo>
                <a:lnTo>
                  <a:pt x="129869" y="55238"/>
                </a:lnTo>
                <a:lnTo>
                  <a:pt x="87470" y="38048"/>
                </a:lnTo>
                <a:lnTo>
                  <a:pt x="44240" y="26697"/>
                </a:lnTo>
                <a:lnTo>
                  <a:pt x="0" y="22599"/>
                </a:lnTo>
              </a:path>
            </a:pathLst>
          </a:custGeom>
          <a:ln w="45938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3" name="bg object 6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489959" y="2871215"/>
            <a:ext cx="316991" cy="146303"/>
          </a:xfrm>
          <a:prstGeom prst="rect">
            <a:avLst/>
          </a:prstGeom>
        </p:spPr>
      </p:pic>
      <p:sp>
        <p:nvSpPr>
          <p:cNvPr id="64" name="bg object 64"/>
          <p:cNvSpPr/>
          <p:nvPr/>
        </p:nvSpPr>
        <p:spPr>
          <a:xfrm>
            <a:off x="3542330" y="2934961"/>
            <a:ext cx="212090" cy="0"/>
          </a:xfrm>
          <a:custGeom>
            <a:avLst/>
            <a:gdLst/>
            <a:ahLst/>
            <a:cxnLst/>
            <a:rect l="l" t="t" r="r" b="b"/>
            <a:pathLst>
              <a:path w="212089">
                <a:moveTo>
                  <a:pt x="212050" y="0"/>
                </a:moveTo>
                <a:lnTo>
                  <a:pt x="0" y="0"/>
                </a:lnTo>
              </a:path>
            </a:pathLst>
          </a:custGeom>
          <a:ln w="5742">
            <a:solidFill>
              <a:srgbClr val="37C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3542330" y="2934961"/>
            <a:ext cx="212090" cy="0"/>
          </a:xfrm>
          <a:custGeom>
            <a:avLst/>
            <a:gdLst/>
            <a:ahLst/>
            <a:cxnLst/>
            <a:rect l="l" t="t" r="r" b="b"/>
            <a:pathLst>
              <a:path w="212089">
                <a:moveTo>
                  <a:pt x="212050" y="0"/>
                </a:moveTo>
                <a:lnTo>
                  <a:pt x="0" y="0"/>
                </a:lnTo>
              </a:path>
            </a:pathLst>
          </a:custGeom>
          <a:ln w="22971">
            <a:solidFill>
              <a:srgbClr val="37C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6" name="bg object 6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489959" y="2721863"/>
            <a:ext cx="316991" cy="146303"/>
          </a:xfrm>
          <a:prstGeom prst="rect">
            <a:avLst/>
          </a:prstGeom>
        </p:spPr>
      </p:pic>
      <p:sp>
        <p:nvSpPr>
          <p:cNvPr id="67" name="bg object 67"/>
          <p:cNvSpPr/>
          <p:nvPr/>
        </p:nvSpPr>
        <p:spPr>
          <a:xfrm>
            <a:off x="3542330" y="2783680"/>
            <a:ext cx="212090" cy="0"/>
          </a:xfrm>
          <a:custGeom>
            <a:avLst/>
            <a:gdLst/>
            <a:ahLst/>
            <a:cxnLst/>
            <a:rect l="l" t="t" r="r" b="b"/>
            <a:pathLst>
              <a:path w="212089">
                <a:moveTo>
                  <a:pt x="212050" y="0"/>
                </a:moveTo>
                <a:lnTo>
                  <a:pt x="0" y="0"/>
                </a:lnTo>
              </a:path>
            </a:pathLst>
          </a:custGeom>
          <a:ln w="5742">
            <a:solidFill>
              <a:srgbClr val="37C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3542330" y="2783680"/>
            <a:ext cx="212090" cy="0"/>
          </a:xfrm>
          <a:custGeom>
            <a:avLst/>
            <a:gdLst/>
            <a:ahLst/>
            <a:cxnLst/>
            <a:rect l="l" t="t" r="r" b="b"/>
            <a:pathLst>
              <a:path w="212089">
                <a:moveTo>
                  <a:pt x="212050" y="0"/>
                </a:moveTo>
                <a:lnTo>
                  <a:pt x="0" y="0"/>
                </a:lnTo>
              </a:path>
            </a:pathLst>
          </a:custGeom>
          <a:ln w="22971">
            <a:solidFill>
              <a:srgbClr val="37C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9" name="bg object 6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496055" y="2545079"/>
            <a:ext cx="304799" cy="143255"/>
          </a:xfrm>
          <a:prstGeom prst="rect">
            <a:avLst/>
          </a:prstGeom>
        </p:spPr>
      </p:pic>
      <p:pic>
        <p:nvPicPr>
          <p:cNvPr id="70" name="bg object 7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468623" y="2014727"/>
            <a:ext cx="332231" cy="146303"/>
          </a:xfrm>
          <a:prstGeom prst="rect">
            <a:avLst/>
          </a:prstGeom>
        </p:spPr>
      </p:pic>
      <p:sp>
        <p:nvSpPr>
          <p:cNvPr id="71" name="bg object 71"/>
          <p:cNvSpPr/>
          <p:nvPr/>
        </p:nvSpPr>
        <p:spPr>
          <a:xfrm>
            <a:off x="3520938" y="2080074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228112" y="0"/>
                </a:moveTo>
                <a:lnTo>
                  <a:pt x="0" y="0"/>
                </a:lnTo>
              </a:path>
            </a:pathLst>
          </a:custGeom>
          <a:ln w="22971">
            <a:solidFill>
              <a:srgbClr val="4A86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2" name="bg object 7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474719" y="1865375"/>
            <a:ext cx="326135" cy="146303"/>
          </a:xfrm>
          <a:prstGeom prst="rect">
            <a:avLst/>
          </a:prstGeom>
        </p:spPr>
      </p:pic>
      <p:sp>
        <p:nvSpPr>
          <p:cNvPr id="73" name="bg object 73"/>
          <p:cNvSpPr/>
          <p:nvPr/>
        </p:nvSpPr>
        <p:spPr>
          <a:xfrm>
            <a:off x="3523622" y="1928793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228111" y="0"/>
                </a:moveTo>
                <a:lnTo>
                  <a:pt x="0" y="0"/>
                </a:lnTo>
              </a:path>
            </a:pathLst>
          </a:custGeom>
          <a:ln w="22971">
            <a:solidFill>
              <a:srgbClr val="4A86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4" name="bg object 7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474719" y="1706879"/>
            <a:ext cx="326135" cy="143255"/>
          </a:xfrm>
          <a:prstGeom prst="rect">
            <a:avLst/>
          </a:prstGeom>
        </p:spPr>
      </p:pic>
      <p:sp>
        <p:nvSpPr>
          <p:cNvPr id="75" name="bg object 75"/>
          <p:cNvSpPr/>
          <p:nvPr/>
        </p:nvSpPr>
        <p:spPr>
          <a:xfrm>
            <a:off x="3523622" y="1772131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228111" y="0"/>
                </a:moveTo>
                <a:lnTo>
                  <a:pt x="0" y="0"/>
                </a:lnTo>
              </a:path>
            </a:pathLst>
          </a:custGeom>
          <a:ln w="22971">
            <a:solidFill>
              <a:srgbClr val="4A86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6" name="bg object 7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462527" y="1533143"/>
            <a:ext cx="332231" cy="146303"/>
          </a:xfrm>
          <a:prstGeom prst="rect">
            <a:avLst/>
          </a:prstGeom>
        </p:spPr>
      </p:pic>
      <p:sp>
        <p:nvSpPr>
          <p:cNvPr id="77" name="bg object 77"/>
          <p:cNvSpPr/>
          <p:nvPr/>
        </p:nvSpPr>
        <p:spPr>
          <a:xfrm>
            <a:off x="3515569" y="159642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228112" y="0"/>
                </a:moveTo>
                <a:lnTo>
                  <a:pt x="0" y="0"/>
                </a:lnTo>
              </a:path>
            </a:pathLst>
          </a:custGeom>
          <a:ln w="22971">
            <a:solidFill>
              <a:srgbClr val="4A86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8" name="bg object 7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462527" y="1371599"/>
            <a:ext cx="332231" cy="146303"/>
          </a:xfrm>
          <a:prstGeom prst="rect">
            <a:avLst/>
          </a:prstGeom>
        </p:spPr>
      </p:pic>
      <p:sp>
        <p:nvSpPr>
          <p:cNvPr id="79" name="bg object 79"/>
          <p:cNvSpPr/>
          <p:nvPr/>
        </p:nvSpPr>
        <p:spPr>
          <a:xfrm>
            <a:off x="3512869" y="1435294"/>
            <a:ext cx="233679" cy="0"/>
          </a:xfrm>
          <a:custGeom>
            <a:avLst/>
            <a:gdLst/>
            <a:ahLst/>
            <a:cxnLst/>
            <a:rect l="l" t="t" r="r" b="b"/>
            <a:pathLst>
              <a:path w="233679">
                <a:moveTo>
                  <a:pt x="233526" y="0"/>
                </a:moveTo>
                <a:lnTo>
                  <a:pt x="0" y="0"/>
                </a:lnTo>
              </a:path>
            </a:pathLst>
          </a:custGeom>
          <a:ln w="22971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0" name="bg object 8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78935" y="1219200"/>
            <a:ext cx="1210055" cy="368807"/>
          </a:xfrm>
          <a:prstGeom prst="rect">
            <a:avLst/>
          </a:prstGeom>
        </p:spPr>
      </p:pic>
      <p:sp>
        <p:nvSpPr>
          <p:cNvPr id="81" name="bg object 81"/>
          <p:cNvSpPr/>
          <p:nvPr/>
        </p:nvSpPr>
        <p:spPr>
          <a:xfrm>
            <a:off x="3743853" y="1272873"/>
            <a:ext cx="1083945" cy="240029"/>
          </a:xfrm>
          <a:custGeom>
            <a:avLst/>
            <a:gdLst/>
            <a:ahLst/>
            <a:cxnLst/>
            <a:rect l="l" t="t" r="r" b="b"/>
            <a:pathLst>
              <a:path w="1083945" h="240030">
                <a:moveTo>
                  <a:pt x="1083653" y="0"/>
                </a:moveTo>
                <a:lnTo>
                  <a:pt x="1033653" y="497"/>
                </a:lnTo>
                <a:lnTo>
                  <a:pt x="982743" y="2735"/>
                </a:lnTo>
                <a:lnTo>
                  <a:pt x="931849" y="7829"/>
                </a:lnTo>
                <a:lnTo>
                  <a:pt x="881897" y="16896"/>
                </a:lnTo>
                <a:lnTo>
                  <a:pt x="833816" y="31052"/>
                </a:lnTo>
                <a:lnTo>
                  <a:pt x="788532" y="51414"/>
                </a:lnTo>
                <a:lnTo>
                  <a:pt x="746972" y="79097"/>
                </a:lnTo>
                <a:lnTo>
                  <a:pt x="708622" y="114809"/>
                </a:lnTo>
                <a:lnTo>
                  <a:pt x="671600" y="154172"/>
                </a:lnTo>
                <a:lnTo>
                  <a:pt x="633763" y="191491"/>
                </a:lnTo>
                <a:lnTo>
                  <a:pt x="592969" y="221074"/>
                </a:lnTo>
                <a:lnTo>
                  <a:pt x="547074" y="237230"/>
                </a:lnTo>
                <a:lnTo>
                  <a:pt x="503249" y="239414"/>
                </a:lnTo>
                <a:lnTo>
                  <a:pt x="460365" y="233298"/>
                </a:lnTo>
                <a:lnTo>
                  <a:pt x="418244" y="220296"/>
                </a:lnTo>
                <a:lnTo>
                  <a:pt x="376709" y="201822"/>
                </a:lnTo>
                <a:lnTo>
                  <a:pt x="335581" y="179289"/>
                </a:lnTo>
                <a:lnTo>
                  <a:pt x="294686" y="154112"/>
                </a:lnTo>
                <a:lnTo>
                  <a:pt x="253844" y="127705"/>
                </a:lnTo>
                <a:lnTo>
                  <a:pt x="212878" y="101480"/>
                </a:lnTo>
                <a:lnTo>
                  <a:pt x="171612" y="76854"/>
                </a:lnTo>
                <a:lnTo>
                  <a:pt x="129869" y="55238"/>
                </a:lnTo>
                <a:lnTo>
                  <a:pt x="87470" y="38048"/>
                </a:lnTo>
                <a:lnTo>
                  <a:pt x="44240" y="26697"/>
                </a:lnTo>
                <a:lnTo>
                  <a:pt x="0" y="22599"/>
                </a:lnTo>
              </a:path>
            </a:pathLst>
          </a:custGeom>
          <a:ln w="4593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2" name="bg object 8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462527" y="1234439"/>
            <a:ext cx="332231" cy="146303"/>
          </a:xfrm>
          <a:prstGeom prst="rect">
            <a:avLst/>
          </a:prstGeom>
        </p:spPr>
      </p:pic>
      <p:sp>
        <p:nvSpPr>
          <p:cNvPr id="83" name="bg object 83"/>
          <p:cNvSpPr/>
          <p:nvPr/>
        </p:nvSpPr>
        <p:spPr>
          <a:xfrm>
            <a:off x="3512869" y="1297464"/>
            <a:ext cx="233679" cy="0"/>
          </a:xfrm>
          <a:custGeom>
            <a:avLst/>
            <a:gdLst/>
            <a:ahLst/>
            <a:cxnLst/>
            <a:rect l="l" t="t" r="r" b="b"/>
            <a:pathLst>
              <a:path w="233679">
                <a:moveTo>
                  <a:pt x="233526" y="0"/>
                </a:moveTo>
                <a:lnTo>
                  <a:pt x="0" y="0"/>
                </a:lnTo>
              </a:path>
            </a:pathLst>
          </a:custGeom>
          <a:ln w="22971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708100" y="2412334"/>
            <a:ext cx="196215" cy="0"/>
          </a:xfrm>
          <a:custGeom>
            <a:avLst/>
            <a:gdLst/>
            <a:ahLst/>
            <a:cxnLst/>
            <a:rect l="l" t="t" r="r" b="b"/>
            <a:pathLst>
              <a:path w="196215">
                <a:moveTo>
                  <a:pt x="196041" y="0"/>
                </a:moveTo>
                <a:lnTo>
                  <a:pt x="0" y="0"/>
                </a:lnTo>
              </a:path>
            </a:pathLst>
          </a:custGeom>
          <a:ln w="22971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3531747" y="2607220"/>
            <a:ext cx="212725" cy="0"/>
          </a:xfrm>
          <a:custGeom>
            <a:avLst/>
            <a:gdLst/>
            <a:ahLst/>
            <a:cxnLst/>
            <a:rect l="l" t="t" r="r" b="b"/>
            <a:pathLst>
              <a:path w="212725">
                <a:moveTo>
                  <a:pt x="212106" y="0"/>
                </a:moveTo>
                <a:lnTo>
                  <a:pt x="0" y="0"/>
                </a:lnTo>
              </a:path>
            </a:pathLst>
          </a:custGeom>
          <a:ln w="22971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32752" y="1492631"/>
            <a:ext cx="37649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457350" y="1492631"/>
            <a:ext cx="37649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FEFEFE"/>
                </a:solidFill>
                <a:latin typeface="Times New Roman"/>
                <a:cs typeface="Times New Roman"/>
              </a:defRPr>
            </a:lvl1pPr>
          </a:lstStyle>
          <a:p>
            <a:pPr marL="64769">
              <a:lnSpc>
                <a:spcPts val="880"/>
              </a:lnSpc>
            </a:pPr>
            <a:fld id="{81D60167-4931-47E6-BA6A-407CBD079E47}" type="slidenum">
              <a:rPr dirty="0"/>
              <a:t>‹#›</a:t>
            </a:fld>
            <a:r>
              <a:rPr spc="15" dirty="0"/>
              <a:t> </a:t>
            </a:r>
            <a:r>
              <a:rPr dirty="0"/>
              <a:t>/</a:t>
            </a:r>
            <a:r>
              <a:rPr spc="20" dirty="0"/>
              <a:t> </a:t>
            </a:r>
            <a:r>
              <a:rPr spc="-25" dirty="0"/>
              <a:t>113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FEFEFE"/>
                </a:solidFill>
                <a:latin typeface="Times New Roman"/>
                <a:cs typeface="Times New Roman"/>
              </a:defRPr>
            </a:lvl1pPr>
          </a:lstStyle>
          <a:p>
            <a:pPr marL="64769">
              <a:lnSpc>
                <a:spcPts val="880"/>
              </a:lnSpc>
            </a:pPr>
            <a:fld id="{81D60167-4931-47E6-BA6A-407CBD079E47}" type="slidenum">
              <a:rPr dirty="0"/>
              <a:t>‹#›</a:t>
            </a:fld>
            <a:r>
              <a:rPr spc="15" dirty="0"/>
              <a:t> </a:t>
            </a:r>
            <a:r>
              <a:rPr dirty="0"/>
              <a:t>/</a:t>
            </a:r>
            <a:r>
              <a:rPr spc="20" dirty="0"/>
              <a:t> </a:t>
            </a:r>
            <a:r>
              <a:rPr spc="-25" dirty="0"/>
              <a:t>113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FEFEFE"/>
                </a:solidFill>
                <a:latin typeface="Times New Roman"/>
                <a:cs typeface="Times New Roman"/>
              </a:defRPr>
            </a:lvl1pPr>
          </a:lstStyle>
          <a:p>
            <a:pPr marL="64769">
              <a:lnSpc>
                <a:spcPts val="880"/>
              </a:lnSpc>
            </a:pPr>
            <a:fld id="{81D60167-4931-47E6-BA6A-407CBD079E47}" type="slidenum">
              <a:rPr dirty="0"/>
              <a:t>‹#›</a:t>
            </a:fld>
            <a:r>
              <a:rPr spc="15" dirty="0"/>
              <a:t> </a:t>
            </a:r>
            <a:r>
              <a:rPr dirty="0"/>
              <a:t>/</a:t>
            </a:r>
            <a:r>
              <a:rPr spc="20" dirty="0"/>
              <a:t> </a:t>
            </a:r>
            <a:r>
              <a:rPr spc="-25" dirty="0"/>
              <a:t>113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8648700" cy="95250"/>
          </a:xfrm>
          <a:custGeom>
            <a:avLst/>
            <a:gdLst/>
            <a:ahLst/>
            <a:cxnLst/>
            <a:rect l="l" t="t" r="r" b="b"/>
            <a:pathLst>
              <a:path w="8648700" h="95250">
                <a:moveTo>
                  <a:pt x="8648698" y="95249"/>
                </a:moveTo>
                <a:lnTo>
                  <a:pt x="0" y="95249"/>
                </a:lnTo>
                <a:lnTo>
                  <a:pt x="0" y="0"/>
                </a:lnTo>
                <a:lnTo>
                  <a:pt x="8648698" y="0"/>
                </a:lnTo>
                <a:lnTo>
                  <a:pt x="8648698" y="95249"/>
                </a:lnTo>
                <a:close/>
              </a:path>
            </a:pathLst>
          </a:custGeom>
          <a:solidFill>
            <a:srgbClr val="F04A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0199" y="311150"/>
            <a:ext cx="6228715" cy="322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4799" y="2162174"/>
            <a:ext cx="8039100" cy="2139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942717" y="6035421"/>
            <a:ext cx="2769616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32752" y="6035421"/>
            <a:ext cx="1990661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91486" y="6252368"/>
            <a:ext cx="417829" cy="130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FEFEFE"/>
                </a:solidFill>
                <a:latin typeface="Times New Roman"/>
                <a:cs typeface="Times New Roman"/>
              </a:defRPr>
            </a:lvl1pPr>
          </a:lstStyle>
          <a:p>
            <a:pPr marL="64769">
              <a:lnSpc>
                <a:spcPts val="880"/>
              </a:lnSpc>
            </a:pPr>
            <a:fld id="{81D60167-4931-47E6-BA6A-407CBD079E47}" type="slidenum">
              <a:rPr dirty="0"/>
              <a:t>‹#›</a:t>
            </a:fld>
            <a:r>
              <a:rPr spc="15" dirty="0"/>
              <a:t> </a:t>
            </a:r>
            <a:r>
              <a:rPr dirty="0"/>
              <a:t>/</a:t>
            </a:r>
            <a:r>
              <a:rPr spc="20" dirty="0"/>
              <a:t> </a:t>
            </a:r>
            <a:r>
              <a:rPr spc="-25" dirty="0"/>
              <a:t>113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2.png"/><Relationship Id="rId7" Type="http://schemas.openxmlformats.org/officeDocument/2006/relationships/image" Target="../media/image4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sv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6552" y="422275"/>
            <a:ext cx="8648700" cy="6067425"/>
          </a:xfrm>
          <a:custGeom>
            <a:avLst/>
            <a:gdLst/>
            <a:ahLst/>
            <a:cxnLst/>
            <a:rect l="l" t="t" r="r" b="b"/>
            <a:pathLst>
              <a:path w="8648700" h="6067425">
                <a:moveTo>
                  <a:pt x="0" y="6067424"/>
                </a:moveTo>
                <a:lnTo>
                  <a:pt x="8648699" y="6067424"/>
                </a:lnTo>
                <a:lnTo>
                  <a:pt x="8648699" y="0"/>
                </a:lnTo>
                <a:lnTo>
                  <a:pt x="0" y="0"/>
                </a:lnTo>
                <a:lnTo>
                  <a:pt x="0" y="6067424"/>
                </a:lnTo>
                <a:close/>
              </a:path>
            </a:pathLst>
          </a:custGeom>
          <a:solidFill>
            <a:srgbClr val="6E66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81484" y="1426236"/>
            <a:ext cx="5685731" cy="745717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lang="en-US" sz="4400" dirty="0">
                <a:solidFill>
                  <a:srgbClr val="FFFFFF"/>
                </a:solidFill>
              </a:rPr>
              <a:t>R course for beginners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1010939" y="2343404"/>
            <a:ext cx="6626859" cy="180908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25"/>
              </a:spcBef>
            </a:pPr>
            <a:r>
              <a:rPr sz="1350" spc="-10" dirty="0">
                <a:solidFill>
                  <a:srgbClr val="FFFFFF"/>
                </a:solidFill>
                <a:latin typeface="Times New Roman"/>
                <a:cs typeface="Times New Roman"/>
              </a:rPr>
              <a:t>Dr.</a:t>
            </a:r>
            <a:r>
              <a:rPr sz="135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Manoj</a:t>
            </a:r>
            <a:r>
              <a:rPr sz="135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Kumar</a:t>
            </a:r>
            <a:r>
              <a:rPr sz="135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Times New Roman"/>
                <a:cs typeface="Times New Roman"/>
              </a:rPr>
              <a:t>Gupta</a:t>
            </a:r>
            <a:endParaRPr lang="en-US" sz="1350" spc="-1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25"/>
              </a:spcBef>
            </a:pPr>
            <a:r>
              <a:rPr lang="en-US" sz="1350" spc="-10" dirty="0">
                <a:solidFill>
                  <a:srgbClr val="FFFFFF"/>
                </a:solidFill>
                <a:latin typeface="Times New Roman"/>
                <a:cs typeface="Times New Roman"/>
              </a:rPr>
              <a:t>Dr. Joachim Wolff</a:t>
            </a:r>
            <a:endParaRPr sz="1350" dirty="0">
              <a:latin typeface="Times New Roman"/>
              <a:cs typeface="Times New Roman"/>
            </a:endParaRPr>
          </a:p>
          <a:p>
            <a:pPr marL="12700" marR="5080" algn="ctr">
              <a:lnSpc>
                <a:spcPct val="175900"/>
              </a:lnSpc>
              <a:spcBef>
                <a:spcPts val="75"/>
              </a:spcBef>
            </a:pP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Clinical</a:t>
            </a:r>
            <a:r>
              <a:rPr sz="13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Department</a:t>
            </a:r>
            <a:r>
              <a:rPr sz="13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3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Times New Roman"/>
                <a:cs typeface="Times New Roman"/>
              </a:rPr>
              <a:t>Haematology,</a:t>
            </a:r>
            <a:r>
              <a:rPr sz="13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Times New Roman"/>
                <a:cs typeface="Times New Roman"/>
              </a:rPr>
              <a:t>Haemostaseology,</a:t>
            </a:r>
            <a:r>
              <a:rPr sz="13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Oncology</a:t>
            </a:r>
            <a:r>
              <a:rPr sz="13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13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Stem</a:t>
            </a:r>
            <a:r>
              <a:rPr sz="13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Cell</a:t>
            </a:r>
            <a:r>
              <a:rPr sz="135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Times New Roman"/>
                <a:cs typeface="Times New Roman"/>
              </a:rPr>
              <a:t>Transplantation 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Medical</a:t>
            </a:r>
            <a:r>
              <a:rPr sz="13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School</a:t>
            </a:r>
            <a:r>
              <a:rPr sz="13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Times New Roman"/>
                <a:cs typeface="Times New Roman"/>
              </a:rPr>
              <a:t>Hannover</a:t>
            </a:r>
            <a:endParaRPr sz="13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305"/>
              </a:spcBef>
            </a:pPr>
            <a:r>
              <a:rPr sz="1350" spc="-10" dirty="0">
                <a:solidFill>
                  <a:srgbClr val="FFFFFF"/>
                </a:solidFill>
                <a:latin typeface="Times New Roman"/>
                <a:cs typeface="Times New Roman"/>
              </a:rPr>
              <a:t>Germany</a:t>
            </a:r>
            <a:endParaRPr sz="1350" dirty="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5438774"/>
            <a:ext cx="8648700" cy="1047750"/>
            <a:chOff x="0" y="5438774"/>
            <a:chExt cx="8648700" cy="1047750"/>
          </a:xfrm>
        </p:grpSpPr>
        <p:sp>
          <p:nvSpPr>
            <p:cNvPr id="6" name="object 6"/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F04A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4999" y="5438774"/>
              <a:ext cx="2666999" cy="4571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04EA7-7AC5-A382-672F-B7FC03272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167" y="273050"/>
            <a:ext cx="1277594" cy="300082"/>
          </a:xfr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Who we are</a:t>
            </a:r>
          </a:p>
        </p:txBody>
      </p:sp>
      <p:pic>
        <p:nvPicPr>
          <p:cNvPr id="4" name="Picture 3" descr="A person with glasses smiling&#10;&#10;AI-generated content may be incorrect.">
            <a:extLst>
              <a:ext uri="{FF2B5EF4-FFF2-40B4-BE49-F238E27FC236}">
                <a16:creationId xmlns:a16="http://schemas.microsoft.com/office/drawing/2014/main" id="{4BC0CE7A-D14A-A662-089B-070087CBA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62" y="1328814"/>
            <a:ext cx="2667000" cy="2667000"/>
          </a:xfrm>
          <a:prstGeom prst="rect">
            <a:avLst/>
          </a:prstGeom>
        </p:spPr>
      </p:pic>
      <p:pic>
        <p:nvPicPr>
          <p:cNvPr id="6" name="Picture 5" descr="A person taking a selfie&#10;&#10;AI-generated content may be incorrect.">
            <a:extLst>
              <a:ext uri="{FF2B5EF4-FFF2-40B4-BE49-F238E27FC236}">
                <a16:creationId xmlns:a16="http://schemas.microsoft.com/office/drawing/2014/main" id="{32EACEAE-AA7D-717A-D786-A3BBEEBDDB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50" y="1340476"/>
            <a:ext cx="2514600" cy="2514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60AC3F-84C5-ED4D-7688-C646ACB8ADA1}"/>
              </a:ext>
            </a:extLst>
          </p:cNvPr>
          <p:cNvSpPr txBox="1"/>
          <p:nvPr/>
        </p:nvSpPr>
        <p:spPr>
          <a:xfrm>
            <a:off x="3409950" y="4216878"/>
            <a:ext cx="4326556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 algn="ctr">
              <a:lnSpc>
                <a:spcPct val="100000"/>
              </a:lnSpc>
              <a:spcBef>
                <a:spcPts val="825"/>
              </a:spcBef>
              <a:defRPr sz="1800" b="1" spc="-1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 dirty="0"/>
              <a:t>Dr. Manoj Kumar Gupta</a:t>
            </a:r>
          </a:p>
          <a:p>
            <a:r>
              <a:rPr lang="en-US" dirty="0"/>
              <a:t>AG-Perner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220F1C-20D0-C953-083F-0915D9218741}"/>
              </a:ext>
            </a:extLst>
          </p:cNvPr>
          <p:cNvSpPr txBox="1"/>
          <p:nvPr/>
        </p:nvSpPr>
        <p:spPr>
          <a:xfrm>
            <a:off x="209550" y="4106346"/>
            <a:ext cx="4326556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 algn="ctr">
              <a:lnSpc>
                <a:spcPct val="100000"/>
              </a:lnSpc>
              <a:spcBef>
                <a:spcPts val="825"/>
              </a:spcBef>
              <a:defRPr sz="1800" b="1" spc="-1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 dirty="0"/>
              <a:t>Dr. Joachim Wolff</a:t>
            </a:r>
          </a:p>
          <a:p>
            <a:r>
              <a:rPr lang="en-US" dirty="0"/>
              <a:t>AG-Heidel</a:t>
            </a:r>
          </a:p>
        </p:txBody>
      </p:sp>
    </p:spTree>
    <p:extLst>
      <p:ext uri="{BB962C8B-B14F-4D97-AF65-F5344CB8AC3E}">
        <p14:creationId xmlns:p14="http://schemas.microsoft.com/office/powerpoint/2010/main" val="1508388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/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/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AA62727-59CD-FD60-3E07-A31F4094A2A1}"/>
              </a:ext>
            </a:extLst>
          </p:cNvPr>
          <p:cNvSpPr txBox="1"/>
          <p:nvPr/>
        </p:nvSpPr>
        <p:spPr>
          <a:xfrm>
            <a:off x="60037" y="548374"/>
            <a:ext cx="685799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>
              <a:buFont typeface="Arial" panose="020B0604020202020204" pitchFamily="34" charset="0"/>
              <a:buChar char="•"/>
              <a:defRPr b="1">
                <a:solidFill>
                  <a:srgbClr val="C00000"/>
                </a:solidFill>
              </a:defRPr>
            </a:lvl1pPr>
          </a:lstStyle>
          <a:p>
            <a:r>
              <a:rPr lang="en-US" sz="1400" dirty="0">
                <a:solidFill>
                  <a:schemeClr val="tx1"/>
                </a:solidFill>
              </a:rPr>
              <a:t>R was developed by Ross Ihaka and Robert Gentleman in 1993</a:t>
            </a:r>
          </a:p>
          <a:p>
            <a:pPr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Source code freely available in 1995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F6B165-17B9-305C-6F62-49EC0689E485}"/>
              </a:ext>
            </a:extLst>
          </p:cNvPr>
          <p:cNvSpPr txBox="1"/>
          <p:nvPr/>
        </p:nvSpPr>
        <p:spPr>
          <a:xfrm>
            <a:off x="31173" y="106534"/>
            <a:ext cx="1475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kern="0"/>
            </a:defPPr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Background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6DC2D27-7DB5-48CE-A118-8EB4BB2787AB}"/>
              </a:ext>
            </a:extLst>
          </p:cNvPr>
          <p:cNvGrpSpPr/>
          <p:nvPr/>
        </p:nvGrpSpPr>
        <p:grpSpPr>
          <a:xfrm>
            <a:off x="3333750" y="946731"/>
            <a:ext cx="5314950" cy="5062643"/>
            <a:chOff x="3333750" y="1041294"/>
            <a:chExt cx="5314950" cy="5062643"/>
          </a:xfrm>
        </p:grpSpPr>
        <p:pic>
          <p:nvPicPr>
            <p:cNvPr id="2" name="Picture 1" descr="A close-up of a computer screen&#10;&#10;AI-generated content may be incorrect.">
              <a:extLst>
                <a:ext uri="{FF2B5EF4-FFF2-40B4-BE49-F238E27FC236}">
                  <a16:creationId xmlns:a16="http://schemas.microsoft.com/office/drawing/2014/main" id="{73730AA8-7804-F328-DEAA-D42E05C98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6118" t="5630" r="16287" b="5758"/>
            <a:stretch>
              <a:fillRect/>
            </a:stretch>
          </p:blipFill>
          <p:spPr>
            <a:xfrm>
              <a:off x="3333750" y="1312123"/>
              <a:ext cx="5314950" cy="479181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E9A94AA-5E58-47EC-A939-D17756200961}"/>
                </a:ext>
              </a:extLst>
            </p:cNvPr>
            <p:cNvSpPr txBox="1"/>
            <p:nvPr/>
          </p:nvSpPr>
          <p:spPr>
            <a:xfrm>
              <a:off x="5655271" y="1041294"/>
              <a:ext cx="28600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latin typeface="+mn-lt"/>
                </a:rPr>
                <a:t>Generated using </a:t>
              </a:r>
              <a:r>
                <a:rPr lang="en-GB" b="1" dirty="0" err="1">
                  <a:latin typeface="+mn-lt"/>
                </a:rPr>
                <a:t>VOSviewer</a:t>
              </a:r>
              <a:endParaRPr lang="en-DE" b="1" dirty="0">
                <a:latin typeface="+mn-lt"/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90551888-47CA-4B72-A805-08D18E2B8D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95" y="1359546"/>
            <a:ext cx="4171532" cy="26743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493F20F-A3C6-4FE5-BBCD-2AEF4581F6E2}"/>
              </a:ext>
            </a:extLst>
          </p:cNvPr>
          <p:cNvSpPr txBox="1"/>
          <p:nvPr/>
        </p:nvSpPr>
        <p:spPr>
          <a:xfrm>
            <a:off x="163674" y="6035158"/>
            <a:ext cx="217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Credit: Google.com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B8424-565E-5265-B549-9C621DF6D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CC06C71A-1193-8A42-12FF-D79412038025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FAA2D0C1-CAAE-2E43-DFA2-72C977558059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DED84428-018E-9659-CBD0-F1C871E1A52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D9329CF-C8A1-B97E-F903-901188989AD0}"/>
              </a:ext>
            </a:extLst>
          </p:cNvPr>
          <p:cNvSpPr txBox="1"/>
          <p:nvPr/>
        </p:nvSpPr>
        <p:spPr>
          <a:xfrm>
            <a:off x="285750" y="142783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kern="0"/>
            </a:defPPr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Download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AE8995-8485-EB96-3C25-14EE966B2C6E}"/>
              </a:ext>
            </a:extLst>
          </p:cNvPr>
          <p:cNvSpPr txBox="1"/>
          <p:nvPr/>
        </p:nvSpPr>
        <p:spPr>
          <a:xfrm>
            <a:off x="5848350" y="5640519"/>
            <a:ext cx="432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www.r-project.org</a:t>
            </a:r>
            <a:r>
              <a:rPr lang="en-US" dirty="0"/>
              <a:t>/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203B59-58E8-4210-4BDA-71B20682D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74" y="664515"/>
            <a:ext cx="7772400" cy="383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690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62105-3644-7808-9A4A-FBEDFEFB0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B799C1E6-8B57-E20C-08DF-A02E701A7E06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8F8F18A0-317D-769A-38ED-A30BDA9A237D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EB7B9A83-2FDF-F542-58A0-CB7C4C2D3A3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C424946-99B9-BA11-BAE1-35461B19F923}"/>
              </a:ext>
            </a:extLst>
          </p:cNvPr>
          <p:cNvSpPr txBox="1"/>
          <p:nvPr/>
        </p:nvSpPr>
        <p:spPr>
          <a:xfrm>
            <a:off x="285750" y="142783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kern="0"/>
            </a:defPPr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Download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200471-638F-AA94-E846-C10B0414BE81}"/>
              </a:ext>
            </a:extLst>
          </p:cNvPr>
          <p:cNvSpPr txBox="1"/>
          <p:nvPr/>
        </p:nvSpPr>
        <p:spPr>
          <a:xfrm>
            <a:off x="4057650" y="5646054"/>
            <a:ext cx="432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posit.co</a:t>
            </a:r>
            <a:r>
              <a:rPr lang="en-US" dirty="0"/>
              <a:t>/download/</a:t>
            </a:r>
            <a:r>
              <a:rPr lang="en-US" dirty="0" err="1"/>
              <a:t>rstudio</a:t>
            </a:r>
            <a:r>
              <a:rPr lang="en-US" dirty="0"/>
              <a:t>-desktop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0F1967-DFB7-C280-113E-7D376339D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74314"/>
            <a:ext cx="7086600" cy="492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063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6E4B3-CC8D-1A4C-C7F3-071FF76E9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AED984B7-4604-C6AE-00B7-3632F876655C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CE9BC172-ED66-692C-901C-56391469AF2D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6CBDC618-028F-5634-CC8E-41BEC774CE5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E966976-1C06-745C-53D1-220B5BAF39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316"/>
          <a:stretch>
            <a:fillRect/>
          </a:stretch>
        </p:blipFill>
        <p:spPr>
          <a:xfrm>
            <a:off x="285750" y="563379"/>
            <a:ext cx="7010400" cy="4769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4889DF-6D44-35DB-B620-6F7DC01F091C}"/>
              </a:ext>
            </a:extLst>
          </p:cNvPr>
          <p:cNvSpPr txBox="1"/>
          <p:nvPr/>
        </p:nvSpPr>
        <p:spPr>
          <a:xfrm>
            <a:off x="285750" y="142783"/>
            <a:ext cx="4275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kern="0"/>
            </a:defPPr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Why we need interface like RStudio?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5E7BD0-79B5-D51F-1EF2-92791D515CC2}"/>
              </a:ext>
            </a:extLst>
          </p:cNvPr>
          <p:cNvSpPr txBox="1"/>
          <p:nvPr/>
        </p:nvSpPr>
        <p:spPr>
          <a:xfrm>
            <a:off x="866774" y="4725992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R:</a:t>
            </a:r>
            <a:r>
              <a:rPr lang="en-US" dirty="0">
                <a:solidFill>
                  <a:srgbClr val="C00000"/>
                </a:solidFill>
              </a:rPr>
              <a:t> Powerful tool for data analysis and visualization </a:t>
            </a:r>
          </a:p>
        </p:txBody>
      </p:sp>
    </p:spTree>
    <p:extLst>
      <p:ext uri="{BB962C8B-B14F-4D97-AF65-F5344CB8AC3E}">
        <p14:creationId xmlns:p14="http://schemas.microsoft.com/office/powerpoint/2010/main" val="1344240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62DC0-570E-4E8D-08A0-D0D52C101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E294B8D0-D8AC-E44C-987C-40B95C5AB4E2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DA981FD1-092D-177A-8743-6DEF36E145AA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CBA21BE0-5437-12E3-4B9D-6091F358D41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7581DAD-8A4E-7EB2-8245-48AAED4A5A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316"/>
          <a:stretch>
            <a:fillRect/>
          </a:stretch>
        </p:blipFill>
        <p:spPr>
          <a:xfrm>
            <a:off x="285750" y="563379"/>
            <a:ext cx="7010400" cy="4769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95AE67-C174-E614-E2CD-7417E660E941}"/>
              </a:ext>
            </a:extLst>
          </p:cNvPr>
          <p:cNvSpPr txBox="1"/>
          <p:nvPr/>
        </p:nvSpPr>
        <p:spPr>
          <a:xfrm>
            <a:off x="285750" y="142783"/>
            <a:ext cx="3236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kern="0"/>
            </a:defPPr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Why interface like RStudio?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7C238F-0EDD-13AC-FACB-B239DC0366BF}"/>
              </a:ext>
            </a:extLst>
          </p:cNvPr>
          <p:cNvSpPr txBox="1"/>
          <p:nvPr/>
        </p:nvSpPr>
        <p:spPr>
          <a:xfrm>
            <a:off x="866774" y="4725992"/>
            <a:ext cx="731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R:</a:t>
            </a:r>
            <a:r>
              <a:rPr lang="en-US" dirty="0">
                <a:solidFill>
                  <a:srgbClr val="C00000"/>
                </a:solidFill>
              </a:rPr>
              <a:t> Powerful tool for data analysis and visualization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Challenge:</a:t>
            </a:r>
            <a:r>
              <a:rPr lang="en-US" dirty="0">
                <a:solidFill>
                  <a:srgbClr val="C00000"/>
                </a:solidFill>
              </a:rPr>
              <a:t> Basic console can be messy and difficult to navigate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Solution:</a:t>
            </a:r>
            <a:r>
              <a:rPr lang="en-US" dirty="0">
                <a:solidFill>
                  <a:srgbClr val="C00000"/>
                </a:solidFill>
              </a:rPr>
              <a:t> Interface like RStudio provides an organized interface for efficient and reproducible workflows</a:t>
            </a:r>
          </a:p>
        </p:txBody>
      </p:sp>
    </p:spTree>
    <p:extLst>
      <p:ext uri="{BB962C8B-B14F-4D97-AF65-F5344CB8AC3E}">
        <p14:creationId xmlns:p14="http://schemas.microsoft.com/office/powerpoint/2010/main" val="2630927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BBDFD-72F2-FBB3-3483-D4A84F39A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3FE4A323-71A0-0CD2-1BD6-673EBBFD26EA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DD13D36E-E38C-9BD5-0803-D25D29F91311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5761F289-C4A6-B051-1360-2091712C96A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97F2D42-2D54-5313-FFDF-0E7531099742}"/>
              </a:ext>
            </a:extLst>
          </p:cNvPr>
          <p:cNvSpPr txBox="1"/>
          <p:nvPr/>
        </p:nvSpPr>
        <p:spPr>
          <a:xfrm>
            <a:off x="-3462" y="5787373"/>
            <a:ext cx="43278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+mn-lt"/>
              </a:rPr>
              <a:t>Credit: Grok</a:t>
            </a:r>
          </a:p>
        </p:txBody>
      </p:sp>
      <p:pic>
        <p:nvPicPr>
          <p:cNvPr id="4" name="Picture 3" descr="A cartoon of a person working on a computer&#10;&#10;AI-generated content may be incorrect.">
            <a:extLst>
              <a:ext uri="{FF2B5EF4-FFF2-40B4-BE49-F238E27FC236}">
                <a16:creationId xmlns:a16="http://schemas.microsoft.com/office/drawing/2014/main" id="{8B8C4C49-EB55-8595-654C-4624E3568C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27"/>
          <a:stretch>
            <a:fillRect/>
          </a:stretch>
        </p:blipFill>
        <p:spPr>
          <a:xfrm>
            <a:off x="1923184" y="425328"/>
            <a:ext cx="6258790" cy="55874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4AB51C-FC71-C31E-1964-CFFC95B1DD4A}"/>
              </a:ext>
            </a:extLst>
          </p:cNvPr>
          <p:cNvSpPr txBox="1"/>
          <p:nvPr/>
        </p:nvSpPr>
        <p:spPr>
          <a:xfrm>
            <a:off x="65173" y="71615"/>
            <a:ext cx="4942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RStudio is the interface and R is the engine</a:t>
            </a:r>
          </a:p>
        </p:txBody>
      </p:sp>
    </p:spTree>
    <p:extLst>
      <p:ext uri="{BB962C8B-B14F-4D97-AF65-F5344CB8AC3E}">
        <p14:creationId xmlns:p14="http://schemas.microsoft.com/office/powerpoint/2010/main" val="616972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524D8-0078-D108-A69F-1F3A65BED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6174EF96-9F7C-5902-5E45-B7054C9BF63E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FB6E61BE-09B6-BF77-1494-F714025A1CBC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004F09AF-44A2-4AC7-7F35-5F9E43B9FFA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E4AB848-7AB8-2F5F-C115-883657429770}"/>
              </a:ext>
            </a:extLst>
          </p:cNvPr>
          <p:cNvSpPr txBox="1"/>
          <p:nvPr/>
        </p:nvSpPr>
        <p:spPr>
          <a:xfrm>
            <a:off x="105871" y="187130"/>
            <a:ext cx="2582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Walk through </a:t>
            </a:r>
            <a:r>
              <a:rPr lang="en-US" b="1" dirty="0" err="1">
                <a:solidFill>
                  <a:srgbClr val="002060"/>
                </a:solidFill>
              </a:rPr>
              <a:t>Rstudio</a:t>
            </a:r>
            <a:endParaRPr lang="en-US" b="1" dirty="0">
              <a:solidFill>
                <a:srgbClr val="002060"/>
              </a:solidFill>
            </a:endParaRP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22A31DA-5EF7-DBE6-B01A-D6BE945980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0" y="616510"/>
            <a:ext cx="6019800" cy="539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848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063CC-A0BC-7DF6-DAFE-3D35AFBE2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1DF2B88C-3B2D-DABA-11D1-6495F6B00E22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3C52DBB3-0ED6-7339-7683-8269269A3760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394B9A7C-4C18-ADCB-5123-91D21A52205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81C52CB-9E93-CB89-BFA8-6E019AC2CC87}"/>
              </a:ext>
            </a:extLst>
          </p:cNvPr>
          <p:cNvSpPr txBox="1"/>
          <p:nvPr/>
        </p:nvSpPr>
        <p:spPr>
          <a:xfrm>
            <a:off x="105871" y="187130"/>
            <a:ext cx="2582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Walk through </a:t>
            </a:r>
            <a:r>
              <a:rPr lang="en-US" b="1" dirty="0" err="1">
                <a:solidFill>
                  <a:srgbClr val="002060"/>
                </a:solidFill>
              </a:rPr>
              <a:t>Rstudio</a:t>
            </a:r>
            <a:endParaRPr lang="en-US" b="1" dirty="0">
              <a:solidFill>
                <a:srgbClr val="002060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078A15-4C62-A1D3-9C9C-CC3546849D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" y="548216"/>
            <a:ext cx="6934200" cy="539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641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A1530-4F98-BD8A-1A4A-F7528C030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128CD247-4F3F-3A2C-3093-5C0AD574BB2A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D8E30162-B706-5877-E0D4-9B56BA826D25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3C28D6BC-DAB5-300D-0D09-89C4BB969FA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FD89B32-B728-7052-6886-EA7EEE715339}"/>
              </a:ext>
            </a:extLst>
          </p:cNvPr>
          <p:cNvGrpSpPr/>
          <p:nvPr/>
        </p:nvGrpSpPr>
        <p:grpSpPr>
          <a:xfrm>
            <a:off x="780934" y="708862"/>
            <a:ext cx="7067666" cy="5029200"/>
            <a:chOff x="717988" y="806450"/>
            <a:chExt cx="7277333" cy="5334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22A2C6D-1859-A4CB-ADD3-2087B69B2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7988" y="806450"/>
              <a:ext cx="7277333" cy="5334000"/>
            </a:xfrm>
            <a:prstGeom prst="rect">
              <a:avLst/>
            </a:prstGeom>
          </p:spPr>
        </p:pic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17E0D79D-1D37-007C-18B4-2049FD8499E6}"/>
                </a:ext>
              </a:extLst>
            </p:cNvPr>
            <p:cNvSpPr/>
            <p:nvPr/>
          </p:nvSpPr>
          <p:spPr>
            <a:xfrm>
              <a:off x="4324350" y="3625850"/>
              <a:ext cx="533400" cy="609600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D718FC3-53D5-F1BC-BFCA-35C6FA9F9315}"/>
              </a:ext>
            </a:extLst>
          </p:cNvPr>
          <p:cNvSpPr txBox="1"/>
          <p:nvPr/>
        </p:nvSpPr>
        <p:spPr>
          <a:xfrm>
            <a:off x="76967" y="187130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Creating Working Directory</a:t>
            </a:r>
          </a:p>
        </p:txBody>
      </p:sp>
    </p:spTree>
    <p:extLst>
      <p:ext uri="{BB962C8B-B14F-4D97-AF65-F5344CB8AC3E}">
        <p14:creationId xmlns:p14="http://schemas.microsoft.com/office/powerpoint/2010/main" val="3005474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E66EF-623C-D3E5-ACFE-3992C46B9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D53BD5EC-FFB5-5AC0-B072-6D062AD1FA50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4D122B86-AF3A-00FF-B526-99F19EE16512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3C746DE0-D0DC-D079-FFB5-12191425B8C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267B89C-9E41-1648-5D75-9CDAF64BA951}"/>
              </a:ext>
            </a:extLst>
          </p:cNvPr>
          <p:cNvSpPr txBox="1"/>
          <p:nvPr/>
        </p:nvSpPr>
        <p:spPr>
          <a:xfrm>
            <a:off x="76967" y="187130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Creating Working Directory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FE3F89-13F1-778D-5673-D5286D388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91" y="580926"/>
            <a:ext cx="4455059" cy="326174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9DA3482-D75F-8C1F-323C-29809A89D811}"/>
              </a:ext>
            </a:extLst>
          </p:cNvPr>
          <p:cNvGrpSpPr/>
          <p:nvPr/>
        </p:nvGrpSpPr>
        <p:grpSpPr>
          <a:xfrm>
            <a:off x="4629150" y="2871054"/>
            <a:ext cx="4003415" cy="3037720"/>
            <a:chOff x="4629150" y="2871054"/>
            <a:chExt cx="4003415" cy="303772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102694C-00EF-C1F1-57AD-6C766073A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29150" y="2871054"/>
              <a:ext cx="4003415" cy="3037720"/>
            </a:xfrm>
            <a:prstGeom prst="rect">
              <a:avLst/>
            </a:prstGeom>
          </p:spPr>
        </p:pic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1819AC2D-6B70-D79B-0289-B7466A76453B}"/>
                </a:ext>
              </a:extLst>
            </p:cNvPr>
            <p:cNvSpPr/>
            <p:nvPr/>
          </p:nvSpPr>
          <p:spPr>
            <a:xfrm>
              <a:off x="4629150" y="5489674"/>
              <a:ext cx="1524000" cy="419100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Graphic 10" descr="Cursor with solid fill">
            <a:extLst>
              <a:ext uri="{FF2B5EF4-FFF2-40B4-BE49-F238E27FC236}">
                <a16:creationId xmlns:a16="http://schemas.microsoft.com/office/drawing/2014/main" id="{F6282EBC-DAFE-DEB8-8BF6-A611747FDD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14950" y="5619899"/>
            <a:ext cx="577750" cy="57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305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CE2E5-3405-2B1F-C681-4234FF94E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821A2FAA-C48E-69CD-3B83-D29281A0F4BF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69A9548F-8E0D-3474-B1CE-179AD87096BE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8F0010B5-EDC0-4CFC-CB9D-0CCA44E3A86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4DC7E00-67D1-CF2E-99BF-199668ED8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917" y="702096"/>
            <a:ext cx="7276865" cy="50696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812813-D6DA-AA85-1D63-76EF271F0106}"/>
              </a:ext>
            </a:extLst>
          </p:cNvPr>
          <p:cNvSpPr txBox="1"/>
          <p:nvPr/>
        </p:nvSpPr>
        <p:spPr>
          <a:xfrm>
            <a:off x="76967" y="187130"/>
            <a:ext cx="4211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Setting path to the working directory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09B2F5F-BC87-04EA-9E1A-459B4A413F1D}"/>
              </a:ext>
            </a:extLst>
          </p:cNvPr>
          <p:cNvSpPr/>
          <p:nvPr/>
        </p:nvSpPr>
        <p:spPr>
          <a:xfrm>
            <a:off x="514350" y="1187450"/>
            <a:ext cx="3352800" cy="4191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BEF74E8-E0EC-8336-3BAE-79177D986BDD}"/>
              </a:ext>
            </a:extLst>
          </p:cNvPr>
          <p:cNvSpPr/>
          <p:nvPr/>
        </p:nvSpPr>
        <p:spPr>
          <a:xfrm>
            <a:off x="4623411" y="3633162"/>
            <a:ext cx="3352800" cy="4191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620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F3C8F-D6E4-74FE-04CB-4474A5480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6119B419-6B42-2667-47F7-7FEBE6A89DFB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7826539F-1861-FA0D-A10D-0C76BA0E8462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790445F6-90B4-331F-1238-CBCB3A38981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2A7A9D1-2425-6771-5058-D356C6836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813245"/>
            <a:ext cx="7315200" cy="51874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C841A7-4194-4317-7FB6-2DBDCB5A35EA}"/>
              </a:ext>
            </a:extLst>
          </p:cNvPr>
          <p:cNvSpPr txBox="1"/>
          <p:nvPr/>
        </p:nvSpPr>
        <p:spPr>
          <a:xfrm>
            <a:off x="76967" y="187130"/>
            <a:ext cx="4211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Setting path to the working directory</a:t>
            </a:r>
          </a:p>
        </p:txBody>
      </p:sp>
    </p:spTree>
    <p:extLst>
      <p:ext uri="{BB962C8B-B14F-4D97-AF65-F5344CB8AC3E}">
        <p14:creationId xmlns:p14="http://schemas.microsoft.com/office/powerpoint/2010/main" val="136632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62301-8E57-A7B7-DC3A-DA023651B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3FB7E441-AE34-111B-F365-28DA92DD6998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3B34C633-9F38-2ACF-645B-6F2DC5639932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C46065A9-F7C4-BF78-E59C-A3C6C36FB30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199FC0C-10AC-9A00-5E60-0CD5EDBC3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" y="493156"/>
            <a:ext cx="7772400" cy="5503387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C39CCC5-DFDB-B9EE-83DC-6C600B6C06F2}"/>
              </a:ext>
            </a:extLst>
          </p:cNvPr>
          <p:cNvSpPr/>
          <p:nvPr/>
        </p:nvSpPr>
        <p:spPr>
          <a:xfrm>
            <a:off x="514350" y="1187450"/>
            <a:ext cx="3352800" cy="4191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53E0C29-451C-A4AB-A0AD-896810942F4F}"/>
              </a:ext>
            </a:extLst>
          </p:cNvPr>
          <p:cNvSpPr/>
          <p:nvPr/>
        </p:nvSpPr>
        <p:spPr>
          <a:xfrm>
            <a:off x="4857750" y="3625850"/>
            <a:ext cx="3352800" cy="4191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ED1134-CC9C-2DA1-F9AE-8EF16D2E1892}"/>
              </a:ext>
            </a:extLst>
          </p:cNvPr>
          <p:cNvSpPr txBox="1"/>
          <p:nvPr/>
        </p:nvSpPr>
        <p:spPr>
          <a:xfrm>
            <a:off x="0" y="123824"/>
            <a:ext cx="4211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Setting path to the working directory</a:t>
            </a:r>
          </a:p>
        </p:txBody>
      </p:sp>
    </p:spTree>
    <p:extLst>
      <p:ext uri="{BB962C8B-B14F-4D97-AF65-F5344CB8AC3E}">
        <p14:creationId xmlns:p14="http://schemas.microsoft.com/office/powerpoint/2010/main" val="1940891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B428D-6146-8FAA-16C9-82A6525B6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410EB68E-2C1B-9EF4-E313-267A9B621343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8DF9544D-8BEF-F6A1-10C0-050C65CEE03B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82850105-2D0C-1C23-1CE7-0C690E404AE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27EEB3F7-017D-819E-A6BC-1A478D702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942" y="371796"/>
            <a:ext cx="5043407" cy="5490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81DA42-8527-514A-7679-8A1787E12DAC}"/>
              </a:ext>
            </a:extLst>
          </p:cNvPr>
          <p:cNvSpPr txBox="1"/>
          <p:nvPr/>
        </p:nvSpPr>
        <p:spPr>
          <a:xfrm>
            <a:off x="76967" y="187130"/>
            <a:ext cx="3108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Creating your first R script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C85447B-1F1D-9565-8DB2-B74E51950A35}"/>
              </a:ext>
            </a:extLst>
          </p:cNvPr>
          <p:cNvSpPr/>
          <p:nvPr/>
        </p:nvSpPr>
        <p:spPr>
          <a:xfrm>
            <a:off x="6000750" y="556462"/>
            <a:ext cx="1831298" cy="32618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50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4C3AA-AE46-81DF-B17D-DDE8B4BB8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49356EFF-4A5E-6AFB-C036-5D38C8A62D71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FC0E4AF7-DC97-1A44-FB22-F20BB5A67BC0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78DC0860-55E0-D423-1FDD-2847433E6E5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F9CB1737-2394-C63A-95CB-BC9C5B95F5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960" y="882650"/>
            <a:ext cx="7696200" cy="4051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FC22D8-9A7E-6130-9CB0-E53A4B3078C5}"/>
              </a:ext>
            </a:extLst>
          </p:cNvPr>
          <p:cNvSpPr txBox="1"/>
          <p:nvPr/>
        </p:nvSpPr>
        <p:spPr>
          <a:xfrm>
            <a:off x="105871" y="187130"/>
            <a:ext cx="3108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Creating your first R script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930A5F6-4F71-F461-DE26-02FCFCC49E64}"/>
              </a:ext>
            </a:extLst>
          </p:cNvPr>
          <p:cNvSpPr/>
          <p:nvPr/>
        </p:nvSpPr>
        <p:spPr>
          <a:xfrm>
            <a:off x="464540" y="1689936"/>
            <a:ext cx="1831298" cy="32618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49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29701-454A-6357-BE84-BB913E999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4EA54D29-A863-07F7-A5FD-06C48FABA6F6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1CDA441D-C4C7-E990-8DE7-145FADF5A26D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612C86F6-B410-213B-BE8C-2C9A768807D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0F000B44-BF7E-8133-D148-691452A48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71" y="695670"/>
            <a:ext cx="3303162" cy="50983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3DDFC7C-9CD3-E88B-5513-15723C1F31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1124" y="1549484"/>
            <a:ext cx="4781037" cy="39814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23CBD1-5E34-BEC5-B30D-0711762AAFE7}"/>
              </a:ext>
            </a:extLst>
          </p:cNvPr>
          <p:cNvSpPr txBox="1"/>
          <p:nvPr/>
        </p:nvSpPr>
        <p:spPr>
          <a:xfrm>
            <a:off x="105871" y="187130"/>
            <a:ext cx="3108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Creating your first R script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0B408D0-5124-C149-C654-2CCF16771F48}"/>
              </a:ext>
            </a:extLst>
          </p:cNvPr>
          <p:cNvSpPr/>
          <p:nvPr/>
        </p:nvSpPr>
        <p:spPr>
          <a:xfrm>
            <a:off x="438150" y="2891698"/>
            <a:ext cx="1905000" cy="734152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6AA729E-180E-D98F-6209-EC41A3F7B541}"/>
              </a:ext>
            </a:extLst>
          </p:cNvPr>
          <p:cNvSpPr/>
          <p:nvPr/>
        </p:nvSpPr>
        <p:spPr>
          <a:xfrm>
            <a:off x="4095750" y="1644650"/>
            <a:ext cx="2286000" cy="124704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1E2CA00-7414-5CFC-7E20-DEC696C38E0E}"/>
              </a:ext>
            </a:extLst>
          </p:cNvPr>
          <p:cNvSpPr/>
          <p:nvPr/>
        </p:nvSpPr>
        <p:spPr>
          <a:xfrm>
            <a:off x="6381750" y="4683679"/>
            <a:ext cx="1295400" cy="1110351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Badge 1 with solid fill">
            <a:extLst>
              <a:ext uri="{FF2B5EF4-FFF2-40B4-BE49-F238E27FC236}">
                <a16:creationId xmlns:a16="http://schemas.microsoft.com/office/drawing/2014/main" id="{41751294-3911-1020-0A15-FEB6CAB773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30095" y="2263906"/>
            <a:ext cx="914400" cy="914400"/>
          </a:xfrm>
          <a:prstGeom prst="rect">
            <a:avLst/>
          </a:prstGeom>
        </p:spPr>
      </p:pic>
      <p:pic>
        <p:nvPicPr>
          <p:cNvPr id="12" name="Graphic 11" descr="Badge with solid fill">
            <a:extLst>
              <a:ext uri="{FF2B5EF4-FFF2-40B4-BE49-F238E27FC236}">
                <a16:creationId xmlns:a16="http://schemas.microsoft.com/office/drawing/2014/main" id="{C86D017B-1D89-684D-BEAF-360BD9221A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43503" y="833512"/>
            <a:ext cx="914400" cy="914400"/>
          </a:xfrm>
          <a:prstGeom prst="rect">
            <a:avLst/>
          </a:prstGeom>
        </p:spPr>
      </p:pic>
      <p:pic>
        <p:nvPicPr>
          <p:cNvPr id="14" name="Graphic 13" descr="Badge 3 with solid fill">
            <a:extLst>
              <a:ext uri="{FF2B5EF4-FFF2-40B4-BE49-F238E27FC236}">
                <a16:creationId xmlns:a16="http://schemas.microsoft.com/office/drawing/2014/main" id="{7D44361C-A14C-EB82-4F0E-CCC37A698C7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30740" y="402581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326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E1E00-88EA-3390-2BE2-0A1FEAD8B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EF8B87B7-58A5-001A-8E6A-7157EAF1C808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BCD9064C-6F40-5889-ACD7-DEBD39017448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756605C0-A329-A7FA-AC1E-4D04930DEFF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777CCD61-0163-BD55-5DCB-6F76181C7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909" y="627614"/>
            <a:ext cx="7292882" cy="52344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C644EB-E1FC-35DA-368E-D49B7E665034}"/>
              </a:ext>
            </a:extLst>
          </p:cNvPr>
          <p:cNvSpPr txBox="1"/>
          <p:nvPr/>
        </p:nvSpPr>
        <p:spPr>
          <a:xfrm>
            <a:off x="105871" y="187130"/>
            <a:ext cx="3108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Creating your first R script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3902413-DDEA-EEE6-EFA5-97FDE73D1CA2}"/>
              </a:ext>
            </a:extLst>
          </p:cNvPr>
          <p:cNvSpPr/>
          <p:nvPr/>
        </p:nvSpPr>
        <p:spPr>
          <a:xfrm>
            <a:off x="5543550" y="4083050"/>
            <a:ext cx="1524000" cy="9144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80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2786D-56EA-6F71-85F2-5B7B03E40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1A27667B-0CB8-B86D-A0DE-2E13F62D43CF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1592BBBF-7BF2-75D0-6113-EB40A05B95A1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FF4EEC0C-4675-C812-B4A3-6D4AA9B1D84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0B35465-E666-86EE-798E-75F3748ABA2B}"/>
              </a:ext>
            </a:extLst>
          </p:cNvPr>
          <p:cNvSpPr txBox="1"/>
          <p:nvPr/>
        </p:nvSpPr>
        <p:spPr>
          <a:xfrm>
            <a:off x="105871" y="18713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Recap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371D50-6468-4D20-03B4-9B290A46ABAB}"/>
              </a:ext>
            </a:extLst>
          </p:cNvPr>
          <p:cNvSpPr txBox="1"/>
          <p:nvPr/>
        </p:nvSpPr>
        <p:spPr>
          <a:xfrm>
            <a:off x="1657350" y="1644650"/>
            <a:ext cx="2845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Working folder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1293F0-E6ED-A05B-8256-7079DE66F6DF}"/>
              </a:ext>
            </a:extLst>
          </p:cNvPr>
          <p:cNvSpPr txBox="1"/>
          <p:nvPr/>
        </p:nvSpPr>
        <p:spPr>
          <a:xfrm>
            <a:off x="1657350" y="2101850"/>
            <a:ext cx="3974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 the path to the Working folder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412071-54C1-F6FE-1C2C-0A0B2898A859}"/>
              </a:ext>
            </a:extLst>
          </p:cNvPr>
          <p:cNvSpPr txBox="1"/>
          <p:nvPr/>
        </p:nvSpPr>
        <p:spPr>
          <a:xfrm>
            <a:off x="1657350" y="2627022"/>
            <a:ext cx="5192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the first R script, named, </a:t>
            </a:r>
            <a:r>
              <a:rPr lang="en-US" dirty="0" err="1"/>
              <a:t>Example.R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186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8A866-8E23-19A9-5F6E-46DB0D980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6B87352B-2D4E-1D07-0418-0D80B2B3B092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230354D3-6E22-FA2F-276F-9A3AE51B9C17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F8BD1587-E4D3-4E27-604F-1496FFD3A88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D985ADB-F728-5BA4-9811-5404EFC96E7D}"/>
              </a:ext>
            </a:extLst>
          </p:cNvPr>
          <p:cNvSpPr txBox="1"/>
          <p:nvPr/>
        </p:nvSpPr>
        <p:spPr>
          <a:xfrm>
            <a:off x="105871" y="18713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Syntax</a:t>
            </a:r>
          </a:p>
        </p:txBody>
      </p:sp>
      <p:pic>
        <p:nvPicPr>
          <p:cNvPr id="5" name="Picture 4" descr="A cartoon of two people&#10;&#10;AI-generated content may be incorrect.">
            <a:extLst>
              <a:ext uri="{FF2B5EF4-FFF2-40B4-BE49-F238E27FC236}">
                <a16:creationId xmlns:a16="http://schemas.microsoft.com/office/drawing/2014/main" id="{12FA3C6E-EE16-A237-2385-A727A86B2E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0" y="318800"/>
            <a:ext cx="5638800" cy="5638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2B20B0-146F-784A-1719-C69E6669740A}"/>
              </a:ext>
            </a:extLst>
          </p:cNvPr>
          <p:cNvSpPr txBox="1"/>
          <p:nvPr/>
        </p:nvSpPr>
        <p:spPr>
          <a:xfrm>
            <a:off x="163674" y="6035158"/>
            <a:ext cx="227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Credit: </a:t>
            </a:r>
            <a:r>
              <a:rPr lang="en-US" dirty="0" err="1">
                <a:solidFill>
                  <a:schemeClr val="bg1"/>
                </a:solidFill>
              </a:rPr>
              <a:t>NanoBanana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2479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2AE55-C73F-CC9E-85AE-F23B79FEC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841E1514-6631-3C8F-2DBA-6235925E4B7F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7A3C91CB-BBF4-AB5A-5BB3-D2AE838E370F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F79D5C51-B641-C0EF-04EE-083D721BC44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CDB731E-3310-BA8B-47E4-86B5B159CB53}"/>
              </a:ext>
            </a:extLst>
          </p:cNvPr>
          <p:cNvSpPr txBox="1"/>
          <p:nvPr/>
        </p:nvSpPr>
        <p:spPr>
          <a:xfrm>
            <a:off x="105871" y="18713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Syntax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8A05F2-7CA6-CAC5-8F4F-DD854E7AC7AB}"/>
              </a:ext>
            </a:extLst>
          </p:cNvPr>
          <p:cNvSpPr txBox="1"/>
          <p:nvPr/>
        </p:nvSpPr>
        <p:spPr>
          <a:xfrm>
            <a:off x="163674" y="6035158"/>
            <a:ext cx="227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Credit: </a:t>
            </a:r>
            <a:r>
              <a:rPr lang="en-US" dirty="0" err="1">
                <a:solidFill>
                  <a:schemeClr val="bg1"/>
                </a:solidFill>
              </a:rPr>
              <a:t>NanoBanana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 descr="A cartoon of a person pointing at a white board&#10;&#10;AI-generated content may be incorrect.">
            <a:extLst>
              <a:ext uri="{FF2B5EF4-FFF2-40B4-BE49-F238E27FC236}">
                <a16:creationId xmlns:a16="http://schemas.microsoft.com/office/drawing/2014/main" id="{50A34E28-3C97-DDB9-929B-0EE5F3A6F8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150" y="187130"/>
            <a:ext cx="5715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136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7B7C1-3D83-2F68-172E-75E3E124C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DCA596F8-4579-7B02-CBCA-CA856BEA2279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956811E5-AC7C-651A-A122-4B0AAB6FFE58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7FDF3C47-EFE8-E549-386A-9B7BDBB17D7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35E0A79-0355-91D3-8004-FE1E9FE9C4B4}"/>
              </a:ext>
            </a:extLst>
          </p:cNvPr>
          <p:cNvSpPr txBox="1"/>
          <p:nvPr/>
        </p:nvSpPr>
        <p:spPr>
          <a:xfrm>
            <a:off x="105871" y="18713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Syntax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2B152B-1885-4491-6090-88CE64F765C1}"/>
              </a:ext>
            </a:extLst>
          </p:cNvPr>
          <p:cNvSpPr txBox="1"/>
          <p:nvPr/>
        </p:nvSpPr>
        <p:spPr>
          <a:xfrm>
            <a:off x="163674" y="6035158"/>
            <a:ext cx="227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Credit: </a:t>
            </a:r>
            <a:r>
              <a:rPr lang="en-US" dirty="0" err="1">
                <a:solidFill>
                  <a:schemeClr val="bg1"/>
                </a:solidFill>
              </a:rPr>
              <a:t>NanoBanana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04A773-FA73-0B2C-8763-C8F2A59A89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150" y="85210"/>
            <a:ext cx="5933238" cy="593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2715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56B78-CB91-C13F-CEA1-EEB964233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F8319A75-A328-3128-C4F6-0CD7D1522C8C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8131661F-6D6D-BC97-FDC4-26575C8C12FB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0DA8B51A-F718-439A-2D64-705A81ED068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1283A1A-224A-67BB-2812-EAC7E25D2F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1967" b="11551"/>
          <a:stretch/>
        </p:blipFill>
        <p:spPr>
          <a:xfrm>
            <a:off x="285749" y="780122"/>
            <a:ext cx="8194417" cy="35315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FA3BB4-F194-1588-05A3-D549386B958E}"/>
              </a:ext>
            </a:extLst>
          </p:cNvPr>
          <p:cNvSpPr txBox="1"/>
          <p:nvPr/>
        </p:nvSpPr>
        <p:spPr>
          <a:xfrm>
            <a:off x="133350" y="105909"/>
            <a:ext cx="432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kern="0"/>
            </a:defPPr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Arithmetic Operators in R</a:t>
            </a:r>
          </a:p>
        </p:txBody>
      </p:sp>
    </p:spTree>
    <p:extLst>
      <p:ext uri="{BB962C8B-B14F-4D97-AF65-F5344CB8AC3E}">
        <p14:creationId xmlns:p14="http://schemas.microsoft.com/office/powerpoint/2010/main" val="3852116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6260C-5B79-FD21-1E04-4CC270522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80EDAEA-D287-6B7F-F8A4-173130A1B11A}"/>
              </a:ext>
            </a:extLst>
          </p:cNvPr>
          <p:cNvSpPr txBox="1"/>
          <p:nvPr/>
        </p:nvSpPr>
        <p:spPr>
          <a:xfrm>
            <a:off x="133350" y="105909"/>
            <a:ext cx="432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kern="0"/>
            </a:defPPr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Arithmetic Operators in 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41A86F6-FB13-B016-59EB-39B700360673}"/>
              </a:ext>
            </a:extLst>
          </p:cNvPr>
          <p:cNvGrpSpPr/>
          <p:nvPr/>
        </p:nvGrpSpPr>
        <p:grpSpPr>
          <a:xfrm>
            <a:off x="0" y="680322"/>
            <a:ext cx="8648700" cy="5806202"/>
            <a:chOff x="0" y="680322"/>
            <a:chExt cx="8648700" cy="5806202"/>
          </a:xfrm>
        </p:grpSpPr>
        <p:grpSp>
          <p:nvGrpSpPr>
            <p:cNvPr id="55" name="object 55">
              <a:extLst>
                <a:ext uri="{FF2B5EF4-FFF2-40B4-BE49-F238E27FC236}">
                  <a16:creationId xmlns:a16="http://schemas.microsoft.com/office/drawing/2014/main" id="{13A5CB56-7327-E29E-5047-5431A6D941D6}"/>
                </a:ext>
              </a:extLst>
            </p:cNvPr>
            <p:cNvGrpSpPr/>
            <p:nvPr/>
          </p:nvGrpSpPr>
          <p:grpSpPr>
            <a:xfrm>
              <a:off x="0" y="6067424"/>
              <a:ext cx="8648700" cy="419100"/>
              <a:chOff x="0" y="6067424"/>
              <a:chExt cx="8648700" cy="419100"/>
            </a:xfrm>
          </p:grpSpPr>
          <p:sp>
            <p:nvSpPr>
              <p:cNvPr id="56" name="object 56">
                <a:extLst>
                  <a:ext uri="{FF2B5EF4-FFF2-40B4-BE49-F238E27FC236}">
                    <a16:creationId xmlns:a16="http://schemas.microsoft.com/office/drawing/2014/main" id="{5B082A12-7E1E-DE06-7174-1172C2FD51E1}"/>
                  </a:ext>
                </a:extLst>
              </p:cNvPr>
              <p:cNvSpPr/>
              <p:nvPr/>
            </p:nvSpPr>
            <p:spPr>
              <a:xfrm>
                <a:off x="0" y="6067424"/>
                <a:ext cx="86487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8648700" h="419100">
                    <a:moveTo>
                      <a:pt x="8648699" y="419099"/>
                    </a:moveTo>
                    <a:lnTo>
                      <a:pt x="0" y="419099"/>
                    </a:lnTo>
                    <a:lnTo>
                      <a:pt x="0" y="0"/>
                    </a:lnTo>
                    <a:lnTo>
                      <a:pt x="8648699" y="0"/>
                    </a:lnTo>
                    <a:lnTo>
                      <a:pt x="8648699" y="419099"/>
                    </a:lnTo>
                    <a:close/>
                  </a:path>
                </a:pathLst>
              </a:custGeom>
              <a:solidFill>
                <a:srgbClr val="6E665D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pic>
            <p:nvPicPr>
              <p:cNvPr id="57" name="object 57">
                <a:extLst>
                  <a:ext uri="{FF2B5EF4-FFF2-40B4-BE49-F238E27FC236}">
                    <a16:creationId xmlns:a16="http://schemas.microsoft.com/office/drawing/2014/main" id="{049E5779-E6E6-7BF7-81C5-3C4E8A348EA5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848600" y="6219824"/>
                <a:ext cx="666749" cy="114300"/>
              </a:xfrm>
              <a:prstGeom prst="rect">
                <a:avLst/>
              </a:prstGeom>
            </p:spPr>
          </p:pic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10D632E-F4AF-1873-79C3-96AF0BC4D33A}"/>
                </a:ext>
              </a:extLst>
            </p:cNvPr>
            <p:cNvGrpSpPr/>
            <p:nvPr/>
          </p:nvGrpSpPr>
          <p:grpSpPr>
            <a:xfrm>
              <a:off x="438150" y="680322"/>
              <a:ext cx="7772400" cy="5280401"/>
              <a:chOff x="438150" y="604649"/>
              <a:chExt cx="7772400" cy="5280401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BD420B08-DF1B-45E3-28D7-1D0A8BE220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8150" y="604649"/>
                <a:ext cx="7772400" cy="5280401"/>
              </a:xfrm>
              <a:prstGeom prst="rect">
                <a:avLst/>
              </a:prstGeom>
            </p:spPr>
          </p:pic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CAC91DA2-0152-65FB-EF68-F1E77ADFA5C9}"/>
                  </a:ext>
                </a:extLst>
              </p:cNvPr>
              <p:cNvSpPr/>
              <p:nvPr/>
            </p:nvSpPr>
            <p:spPr>
              <a:xfrm>
                <a:off x="3714750" y="1416050"/>
                <a:ext cx="457200" cy="533400"/>
              </a:xfrm>
              <a:prstGeom prst="round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A49CAD09-90AE-DC22-8CAB-416B82B365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04950" y="1797050"/>
                <a:ext cx="0" cy="1524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CEDCB07F-954E-6E26-7281-9A181D9067ED}"/>
                </a:ext>
              </a:extLst>
            </p:cNvPr>
            <p:cNvSpPr/>
            <p:nvPr/>
          </p:nvSpPr>
          <p:spPr>
            <a:xfrm>
              <a:off x="469066" y="4616450"/>
              <a:ext cx="883483" cy="533400"/>
            </a:xfrm>
            <a:prstGeom prst="roundRect">
              <a:avLst>
                <a:gd name="adj" fmla="val 0"/>
              </a:avLst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6053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6260C-5B79-FD21-1E04-4CC270522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80EDAEA-D287-6B7F-F8A4-173130A1B11A}"/>
              </a:ext>
            </a:extLst>
          </p:cNvPr>
          <p:cNvSpPr txBox="1"/>
          <p:nvPr/>
        </p:nvSpPr>
        <p:spPr>
          <a:xfrm>
            <a:off x="133350" y="105909"/>
            <a:ext cx="432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kern="0"/>
            </a:defPPr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Arithmetic Operators in 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036C269-1EDD-421D-B766-D6E4C71A73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967" b="11551"/>
          <a:stretch/>
        </p:blipFill>
        <p:spPr>
          <a:xfrm>
            <a:off x="285749" y="780122"/>
            <a:ext cx="8194417" cy="3531528"/>
          </a:xfrm>
          <a:prstGeom prst="rect">
            <a:avLst/>
          </a:prstGeom>
        </p:spPr>
      </p:pic>
      <p:sp>
        <p:nvSpPr>
          <p:cNvPr id="3" name="object 56">
            <a:extLst>
              <a:ext uri="{FF2B5EF4-FFF2-40B4-BE49-F238E27FC236}">
                <a16:creationId xmlns:a16="http://schemas.microsoft.com/office/drawing/2014/main" id="{838A5B5D-4FE8-7680-D7D6-2B8E2A25B0F4}"/>
              </a:ext>
            </a:extLst>
          </p:cNvPr>
          <p:cNvSpPr/>
          <p:nvPr/>
        </p:nvSpPr>
        <p:spPr>
          <a:xfrm>
            <a:off x="0" y="6067424"/>
            <a:ext cx="8648700" cy="419100"/>
          </a:xfrm>
          <a:custGeom>
            <a:avLst/>
            <a:gdLst/>
            <a:ahLst/>
            <a:cxnLst/>
            <a:rect l="l" t="t" r="r" b="b"/>
            <a:pathLst>
              <a:path w="8648700" h="419100">
                <a:moveTo>
                  <a:pt x="8648699" y="419099"/>
                </a:moveTo>
                <a:lnTo>
                  <a:pt x="0" y="419099"/>
                </a:lnTo>
                <a:lnTo>
                  <a:pt x="0" y="0"/>
                </a:lnTo>
                <a:lnTo>
                  <a:pt x="8648699" y="0"/>
                </a:lnTo>
                <a:lnTo>
                  <a:pt x="8648699" y="419099"/>
                </a:lnTo>
                <a:close/>
              </a:path>
            </a:pathLst>
          </a:custGeom>
          <a:solidFill>
            <a:srgbClr val="6E665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94AFD1-9DC6-F5B8-2EA0-9869BCA42BF3}"/>
              </a:ext>
            </a:extLst>
          </p:cNvPr>
          <p:cNvSpPr txBox="1"/>
          <p:nvPr/>
        </p:nvSpPr>
        <p:spPr>
          <a:xfrm>
            <a:off x="111802" y="5605625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kern="0"/>
            </a:defPPr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Try all operation in the R studio</a:t>
            </a:r>
          </a:p>
        </p:txBody>
      </p:sp>
    </p:spTree>
    <p:extLst>
      <p:ext uri="{BB962C8B-B14F-4D97-AF65-F5344CB8AC3E}">
        <p14:creationId xmlns:p14="http://schemas.microsoft.com/office/powerpoint/2010/main" val="26923622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6260C-5B79-FD21-1E04-4CC270522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artoon of a green liquid in a jar&#10;&#10;AI-generated content may be incorrect.">
            <a:extLst>
              <a:ext uri="{FF2B5EF4-FFF2-40B4-BE49-F238E27FC236}">
                <a16:creationId xmlns:a16="http://schemas.microsoft.com/office/drawing/2014/main" id="{B4FC14A3-BA81-2632-21E9-64E9AE7D82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2451"/>
            <a:ext cx="8648700" cy="374479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304F65E-EC4A-44E4-874A-715EC294D898}"/>
              </a:ext>
            </a:extLst>
          </p:cNvPr>
          <p:cNvSpPr txBox="1"/>
          <p:nvPr/>
        </p:nvSpPr>
        <p:spPr>
          <a:xfrm>
            <a:off x="133350" y="105909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kern="0"/>
            </a:defPPr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Assigning Values in R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AA554D2-EC6F-4F56-972E-D4274F278796}"/>
              </a:ext>
            </a:extLst>
          </p:cNvPr>
          <p:cNvGrpSpPr/>
          <p:nvPr/>
        </p:nvGrpSpPr>
        <p:grpSpPr>
          <a:xfrm>
            <a:off x="2457450" y="1720850"/>
            <a:ext cx="5753101" cy="4343400"/>
            <a:chOff x="2457450" y="1720850"/>
            <a:chExt cx="5753101" cy="43434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428AD5E-1B56-40A6-B897-BD368F7E8955}"/>
                </a:ext>
              </a:extLst>
            </p:cNvPr>
            <p:cNvSpPr/>
            <p:nvPr/>
          </p:nvSpPr>
          <p:spPr>
            <a:xfrm>
              <a:off x="3181350" y="1720850"/>
              <a:ext cx="5029201" cy="1905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1942E88-D528-4140-8C42-43D48A1A3767}"/>
                </a:ext>
              </a:extLst>
            </p:cNvPr>
            <p:cNvSpPr/>
            <p:nvPr/>
          </p:nvSpPr>
          <p:spPr>
            <a:xfrm>
              <a:off x="2457450" y="4311650"/>
              <a:ext cx="3733800" cy="17526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1F2971D-78FA-058B-A435-88310D487942}"/>
              </a:ext>
            </a:extLst>
          </p:cNvPr>
          <p:cNvSpPr txBox="1"/>
          <p:nvPr/>
        </p:nvSpPr>
        <p:spPr>
          <a:xfrm>
            <a:off x="163674" y="6035158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Credit: Grok</a:t>
            </a:r>
          </a:p>
        </p:txBody>
      </p:sp>
      <p:sp>
        <p:nvSpPr>
          <p:cNvPr id="6" name="object 56">
            <a:extLst>
              <a:ext uri="{FF2B5EF4-FFF2-40B4-BE49-F238E27FC236}">
                <a16:creationId xmlns:a16="http://schemas.microsoft.com/office/drawing/2014/main" id="{2592A1CD-7351-BBA8-1725-9D3BD94D8A73}"/>
              </a:ext>
            </a:extLst>
          </p:cNvPr>
          <p:cNvSpPr/>
          <p:nvPr/>
        </p:nvSpPr>
        <p:spPr>
          <a:xfrm>
            <a:off x="0" y="6067424"/>
            <a:ext cx="8648700" cy="419100"/>
          </a:xfrm>
          <a:custGeom>
            <a:avLst/>
            <a:gdLst/>
            <a:ahLst/>
            <a:cxnLst/>
            <a:rect l="l" t="t" r="r" b="b"/>
            <a:pathLst>
              <a:path w="8648700" h="419100">
                <a:moveTo>
                  <a:pt x="8648699" y="419099"/>
                </a:moveTo>
                <a:lnTo>
                  <a:pt x="0" y="419099"/>
                </a:lnTo>
                <a:lnTo>
                  <a:pt x="0" y="0"/>
                </a:lnTo>
                <a:lnTo>
                  <a:pt x="8648699" y="0"/>
                </a:lnTo>
                <a:lnTo>
                  <a:pt x="8648699" y="419099"/>
                </a:lnTo>
                <a:close/>
              </a:path>
            </a:pathLst>
          </a:custGeom>
          <a:solidFill>
            <a:srgbClr val="6E665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A1CEF6-953A-EA44-DEA4-1AE59A6B718F}"/>
              </a:ext>
            </a:extLst>
          </p:cNvPr>
          <p:cNvSpPr txBox="1"/>
          <p:nvPr/>
        </p:nvSpPr>
        <p:spPr>
          <a:xfrm>
            <a:off x="163674" y="6035158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Credit: Grok</a:t>
            </a:r>
          </a:p>
        </p:txBody>
      </p:sp>
    </p:spTree>
    <p:extLst>
      <p:ext uri="{BB962C8B-B14F-4D97-AF65-F5344CB8AC3E}">
        <p14:creationId xmlns:p14="http://schemas.microsoft.com/office/powerpoint/2010/main" val="918640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ACF0B-DFCB-A078-EBE6-9498A31F5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547E8A8-2F1A-0F41-A00A-6EB2493F10D1}"/>
              </a:ext>
            </a:extLst>
          </p:cNvPr>
          <p:cNvSpPr txBox="1"/>
          <p:nvPr/>
        </p:nvSpPr>
        <p:spPr>
          <a:xfrm>
            <a:off x="133350" y="105909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kern="0"/>
            </a:defPPr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Assigning Values in 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49E64-F4BC-5898-E0EE-DC0F0B11E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15" y="818118"/>
            <a:ext cx="8385014" cy="4407932"/>
          </a:xfrm>
          <a:prstGeom prst="rect">
            <a:avLst/>
          </a:prstGeom>
        </p:spPr>
      </p:pic>
      <p:sp>
        <p:nvSpPr>
          <p:cNvPr id="3" name="object 56">
            <a:extLst>
              <a:ext uri="{FF2B5EF4-FFF2-40B4-BE49-F238E27FC236}">
                <a16:creationId xmlns:a16="http://schemas.microsoft.com/office/drawing/2014/main" id="{291003CD-ED42-4CF0-2C31-98274FE51D49}"/>
              </a:ext>
            </a:extLst>
          </p:cNvPr>
          <p:cNvSpPr/>
          <p:nvPr/>
        </p:nvSpPr>
        <p:spPr>
          <a:xfrm>
            <a:off x="0" y="6067424"/>
            <a:ext cx="8648700" cy="419100"/>
          </a:xfrm>
          <a:custGeom>
            <a:avLst/>
            <a:gdLst/>
            <a:ahLst/>
            <a:cxnLst/>
            <a:rect l="l" t="t" r="r" b="b"/>
            <a:pathLst>
              <a:path w="8648700" h="419100">
                <a:moveTo>
                  <a:pt x="8648699" y="419099"/>
                </a:moveTo>
                <a:lnTo>
                  <a:pt x="0" y="419099"/>
                </a:lnTo>
                <a:lnTo>
                  <a:pt x="0" y="0"/>
                </a:lnTo>
                <a:lnTo>
                  <a:pt x="8648699" y="0"/>
                </a:lnTo>
                <a:lnTo>
                  <a:pt x="8648699" y="419099"/>
                </a:lnTo>
                <a:close/>
              </a:path>
            </a:pathLst>
          </a:custGeom>
          <a:solidFill>
            <a:srgbClr val="6E665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12535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538E8-46AD-6538-5895-7160A1C63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CFC2B3F5-D00F-828B-05E9-A37BABB4AB63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0A197A65-6AC8-0CF7-5D67-AD69185A0886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CD297EB8-3474-CC35-2E90-C7AA017F088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DD7A842-7380-FD6A-EE8D-6D695365CB4A}"/>
              </a:ext>
            </a:extLst>
          </p:cNvPr>
          <p:cNvSpPr txBox="1"/>
          <p:nvPr/>
        </p:nvSpPr>
        <p:spPr>
          <a:xfrm>
            <a:off x="111802" y="198108"/>
            <a:ext cx="432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kern="0"/>
            </a:defPPr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Arithmetic Operators in 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71A1C3-3698-95EA-1FDC-477FBF4C69F0}"/>
              </a:ext>
            </a:extLst>
          </p:cNvPr>
          <p:cNvSpPr txBox="1"/>
          <p:nvPr/>
        </p:nvSpPr>
        <p:spPr>
          <a:xfrm>
            <a:off x="111802" y="5605625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kern="0"/>
            </a:defPPr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Try all operation in the R studio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EAC876-840F-6EF2-85BF-BA85EE594D5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9611"/>
          <a:stretch/>
        </p:blipFill>
        <p:spPr>
          <a:xfrm>
            <a:off x="514349" y="536102"/>
            <a:ext cx="7794305" cy="484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5387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01A2A-38B9-7DF0-CCB3-20EDCB092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7E680806-B64E-BDA5-B583-2B964C480346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40705521-11D9-CCEF-84D4-2D28A4903DCF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792F9EA0-A707-2ED5-7BCB-DA8C8537AA7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6427297-ACAD-9F86-1A1C-0248147C87C1}"/>
              </a:ext>
            </a:extLst>
          </p:cNvPr>
          <p:cNvSpPr txBox="1"/>
          <p:nvPr/>
        </p:nvSpPr>
        <p:spPr>
          <a:xfrm>
            <a:off x="133350" y="105909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kern="0"/>
            </a:defPPr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Logic Operators in 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3131E8-E368-956A-C256-C436AD655C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286"/>
          <a:stretch>
            <a:fillRect/>
          </a:stretch>
        </p:blipFill>
        <p:spPr>
          <a:xfrm>
            <a:off x="895350" y="526645"/>
            <a:ext cx="6953250" cy="553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2685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05A751C-75FA-740A-4091-1A6E6C0EC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CDBC3B6E-DF99-A3C1-8AC9-D9F3FA693A89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7FE9939B-0893-B7A5-152D-BE742D6B2261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A072995A-0D4F-6099-7677-9E284121161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42E3835-398A-3CFC-D6C4-341A67074BD4}"/>
              </a:ext>
            </a:extLst>
          </p:cNvPr>
          <p:cNvSpPr txBox="1"/>
          <p:nvPr/>
        </p:nvSpPr>
        <p:spPr>
          <a:xfrm>
            <a:off x="105871" y="187130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kern="0"/>
            </a:defPPr>
            <a:lvl1pPr>
              <a:defRPr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Basic Data Types in 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38842D-0982-DB84-5DDE-7D42FC60E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1260514"/>
            <a:ext cx="7772400" cy="343320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869D8CC-7793-2922-AD0C-2507605FEF1E}"/>
              </a:ext>
            </a:extLst>
          </p:cNvPr>
          <p:cNvGrpSpPr/>
          <p:nvPr/>
        </p:nvGrpSpPr>
        <p:grpSpPr>
          <a:xfrm>
            <a:off x="285750" y="2178050"/>
            <a:ext cx="8229599" cy="3708724"/>
            <a:chOff x="285750" y="2178050"/>
            <a:chExt cx="8229599" cy="3708724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FC5E4188-F65F-AB7F-5150-F20E142EC3EE}"/>
                </a:ext>
              </a:extLst>
            </p:cNvPr>
            <p:cNvSpPr/>
            <p:nvPr/>
          </p:nvSpPr>
          <p:spPr>
            <a:xfrm>
              <a:off x="6153150" y="2178050"/>
              <a:ext cx="1524000" cy="457200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10AD39C1-D15C-9683-D90B-61D3B84CCE8C}"/>
                </a:ext>
              </a:extLst>
            </p:cNvPr>
            <p:cNvSpPr/>
            <p:nvPr/>
          </p:nvSpPr>
          <p:spPr>
            <a:xfrm>
              <a:off x="6324600" y="3132541"/>
              <a:ext cx="1524000" cy="457200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C93C3E8-4A4B-E121-2AA7-E11029F5111F}"/>
                </a:ext>
              </a:extLst>
            </p:cNvPr>
            <p:cNvSpPr txBox="1"/>
            <p:nvPr/>
          </p:nvSpPr>
          <p:spPr>
            <a:xfrm>
              <a:off x="285750" y="4963444"/>
              <a:ext cx="8229599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dirty="0">
                  <a:solidFill>
                    <a:srgbClr val="C00000"/>
                  </a:solidFill>
                </a:rPr>
                <a:t>In R, anything written inside inverted commas (</a:t>
              </a:r>
              <a:r>
                <a:rPr lang="en-US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" "</a:t>
              </a:r>
              <a:r>
                <a:rPr lang="en-US" dirty="0">
                  <a:solidFill>
                    <a:srgbClr val="C00000"/>
                  </a:solidFill>
                </a:rPr>
                <a:t>) is treated as </a:t>
              </a:r>
              <a:r>
                <a:rPr lang="en-US" b="1" dirty="0">
                  <a:solidFill>
                    <a:srgbClr val="C00000"/>
                  </a:solidFill>
                </a:rPr>
                <a:t>text (character data)</a:t>
              </a:r>
              <a:r>
                <a:rPr lang="en-US" dirty="0">
                  <a:solidFill>
                    <a:srgbClr val="C00000"/>
                  </a:solidFill>
                </a:rPr>
                <a:t>, not a variable or number, and you can use it to pass any information as a string.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4553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897FB-D9F1-6E45-307F-9DC9DB44C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A0D44433-FB75-F553-296B-43B14DDC331B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53619C79-6952-603C-28A7-BB9D18874D39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1C689346-2AE7-ECA2-82F6-049A535B25D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6C98867-E14D-1CDC-6765-C8779CC6A462}"/>
              </a:ext>
            </a:extLst>
          </p:cNvPr>
          <p:cNvSpPr txBox="1"/>
          <p:nvPr/>
        </p:nvSpPr>
        <p:spPr>
          <a:xfrm>
            <a:off x="105871" y="187130"/>
            <a:ext cx="2403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Data Structures in 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798B9D-DBB0-D01B-7121-979DB597F600}"/>
              </a:ext>
            </a:extLst>
          </p:cNvPr>
          <p:cNvGrpSpPr/>
          <p:nvPr/>
        </p:nvGrpSpPr>
        <p:grpSpPr>
          <a:xfrm>
            <a:off x="590550" y="881787"/>
            <a:ext cx="7772400" cy="4886752"/>
            <a:chOff x="438150" y="556462"/>
            <a:chExt cx="7772400" cy="488675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1E9BDCC-9F6E-95B3-5483-90B9F25B1B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6496"/>
            <a:stretch>
              <a:fillRect/>
            </a:stretch>
          </p:blipFill>
          <p:spPr>
            <a:xfrm>
              <a:off x="438150" y="3395307"/>
              <a:ext cx="7772400" cy="2047907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1D988D4-83C4-809C-D350-4A8859627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0316" y="556462"/>
              <a:ext cx="7191376" cy="30912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07231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93F15-46B0-AD34-5F33-A0C741396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141EB339-BD5F-40D7-AC84-1CB958420BD1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EE9B0061-896B-D180-CFEF-D1398A82E3C9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42F7279A-9006-D736-B4D6-FBDEF1DD54C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D9F7352-7DC0-62FE-3134-BC74A911C3A5}"/>
              </a:ext>
            </a:extLst>
          </p:cNvPr>
          <p:cNvSpPr txBox="1"/>
          <p:nvPr/>
        </p:nvSpPr>
        <p:spPr>
          <a:xfrm>
            <a:off x="105871" y="187130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#Hash power: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9E261C-009D-4EDE-B00A-FB7960A993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556463"/>
            <a:ext cx="3962400" cy="26436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748566-35F1-45E1-AE96-C4278D42398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0"/>
          <a:stretch/>
        </p:blipFill>
        <p:spPr>
          <a:xfrm>
            <a:off x="4525805" y="349444"/>
            <a:ext cx="3656169" cy="55655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2699E3C-EF42-4BD5-A61E-F439D9D211BE}"/>
              </a:ext>
            </a:extLst>
          </p:cNvPr>
          <p:cNvSpPr txBox="1"/>
          <p:nvPr/>
        </p:nvSpPr>
        <p:spPr>
          <a:xfrm>
            <a:off x="163674" y="6035158"/>
            <a:ext cx="217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Credit: Google.com</a:t>
            </a:r>
          </a:p>
        </p:txBody>
      </p:sp>
    </p:spTree>
    <p:extLst>
      <p:ext uri="{BB962C8B-B14F-4D97-AF65-F5344CB8AC3E}">
        <p14:creationId xmlns:p14="http://schemas.microsoft.com/office/powerpoint/2010/main" val="1851223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93F15-46B0-AD34-5F33-A0C741396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141EB339-BD5F-40D7-AC84-1CB958420BD1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EE9B0061-896B-D180-CFEF-D1398A82E3C9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42F7279A-9006-D736-B4D6-FBDEF1DD54C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D9F7352-7DC0-62FE-3134-BC74A911C3A5}"/>
              </a:ext>
            </a:extLst>
          </p:cNvPr>
          <p:cNvSpPr txBox="1"/>
          <p:nvPr/>
        </p:nvSpPr>
        <p:spPr>
          <a:xfrm>
            <a:off x="105871" y="187130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#Hash power: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FD016C-C0F4-0C43-D260-8D561B920B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615" y="286405"/>
            <a:ext cx="4952999" cy="49529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E78B1C-9917-C0CB-A72D-9DDE7FDD4940}"/>
              </a:ext>
            </a:extLst>
          </p:cNvPr>
          <p:cNvSpPr txBox="1"/>
          <p:nvPr/>
        </p:nvSpPr>
        <p:spPr>
          <a:xfrm>
            <a:off x="184254" y="5391804"/>
            <a:ext cx="83057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+mn-lt"/>
              </a:rPr>
              <a:t>R will not read any line if start with #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+mn-lt"/>
              </a:rPr>
              <a:t>We can use this as a user note: like website link or other information</a:t>
            </a:r>
            <a:endParaRPr lang="en-US" sz="1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7AD09C8-8604-A523-38A2-05F21CE8E387}"/>
              </a:ext>
            </a:extLst>
          </p:cNvPr>
          <p:cNvSpPr/>
          <p:nvPr/>
        </p:nvSpPr>
        <p:spPr>
          <a:xfrm>
            <a:off x="3333750" y="1025363"/>
            <a:ext cx="3352800" cy="2286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3406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21E16-57CD-CB0F-9122-AEBF5DA2B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6D4CEF41-560F-05AB-27B4-9C113A6B5C58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E08DC690-0FF6-62E0-D8C4-D52B78D43D9E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FE12EF1B-0146-0574-E22D-FEEAC6DC989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D0BE71E-971E-B4F7-1FFC-4A20C4F781EE}"/>
              </a:ext>
            </a:extLst>
          </p:cNvPr>
          <p:cNvSpPr txBox="1"/>
          <p:nvPr/>
        </p:nvSpPr>
        <p:spPr>
          <a:xfrm>
            <a:off x="65124" y="196850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R packages</a:t>
            </a:r>
          </a:p>
        </p:txBody>
      </p:sp>
      <p:pic>
        <p:nvPicPr>
          <p:cNvPr id="6" name="Picture 5" descr="A cartoon robot holding a box&#10;&#10;AI-generated content may be incorrect.">
            <a:extLst>
              <a:ext uri="{FF2B5EF4-FFF2-40B4-BE49-F238E27FC236}">
                <a16:creationId xmlns:a16="http://schemas.microsoft.com/office/drawing/2014/main" id="{09D70330-8DB2-90D3-2B60-84333CF8E6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24" y="1800476"/>
            <a:ext cx="7772400" cy="42394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E32A94-B414-5B6A-C38A-11B392B5E273}"/>
              </a:ext>
            </a:extLst>
          </p:cNvPr>
          <p:cNvSpPr txBox="1"/>
          <p:nvPr/>
        </p:nvSpPr>
        <p:spPr>
          <a:xfrm>
            <a:off x="1649434" y="186310"/>
            <a:ext cx="65532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400" dirty="0">
                <a:latin typeface="+mn-lt"/>
                <a:cs typeface="Times New Roman" panose="02020603050405020304" pitchFamily="18" charset="0"/>
              </a:rPr>
              <a:t>An R package is a collection of functions, data, documentation, and tests bundled together in a standardized format. </a:t>
            </a:r>
          </a:p>
          <a:p>
            <a:pPr algn="just">
              <a:buNone/>
            </a:pPr>
            <a:endParaRPr lang="en-US" sz="1400" dirty="0">
              <a:latin typeface="+mn-lt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1400" dirty="0">
                <a:latin typeface="+mn-lt"/>
                <a:cs typeface="Times New Roman" panose="02020603050405020304" pitchFamily="18" charset="0"/>
              </a:rPr>
              <a:t>It allows developers and users to: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  <a:cs typeface="Times New Roman" panose="02020603050405020304" pitchFamily="18" charset="0"/>
              </a:rPr>
              <a:t>Share code easily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  <a:cs typeface="Times New Roman" panose="02020603050405020304" pitchFamily="18" charset="0"/>
              </a:rPr>
              <a:t>Reuse solutions across projects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  <a:cs typeface="Times New Roman" panose="02020603050405020304" pitchFamily="18" charset="0"/>
              </a:rPr>
              <a:t>Extend R’s core functionality dramatically</a:t>
            </a:r>
          </a:p>
        </p:txBody>
      </p:sp>
    </p:spTree>
    <p:extLst>
      <p:ext uri="{BB962C8B-B14F-4D97-AF65-F5344CB8AC3E}">
        <p14:creationId xmlns:p14="http://schemas.microsoft.com/office/powerpoint/2010/main" val="16756605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BC1E6-8183-B855-8B08-FBD49736D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CEA676E1-E8E4-4DD2-70EC-CFEC6589D676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AF21DEF7-F08A-BB2D-50AB-5388B7FA56E5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C10D6541-4841-28AF-6F9F-FBEFEBA8B77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A3FE434-4B13-F8E8-8224-D295A12D3140}"/>
              </a:ext>
            </a:extLst>
          </p:cNvPr>
          <p:cNvSpPr txBox="1"/>
          <p:nvPr/>
        </p:nvSpPr>
        <p:spPr>
          <a:xfrm>
            <a:off x="65124" y="196850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R packages</a:t>
            </a:r>
          </a:p>
        </p:txBody>
      </p:sp>
      <p:pic>
        <p:nvPicPr>
          <p:cNvPr id="4" name="Picture 3" descr="A cartoon character on a cloud&#10;&#10;AI-generated content may be incorrect.">
            <a:extLst>
              <a:ext uri="{FF2B5EF4-FFF2-40B4-BE49-F238E27FC236}">
                <a16:creationId xmlns:a16="http://schemas.microsoft.com/office/drawing/2014/main" id="{D6586AB8-158E-17BD-3676-BFBD3049F9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4" t="9687" r="7604"/>
          <a:stretch>
            <a:fillRect/>
          </a:stretch>
        </p:blipFill>
        <p:spPr>
          <a:xfrm>
            <a:off x="209550" y="920750"/>
            <a:ext cx="7967308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6855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0F7B3-508A-FD29-C2C6-BF0928672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0657D4B0-E02C-40FB-77A5-78492EFF1945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E443FCD3-AEF6-7003-7462-8355F807385D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D8C88E4D-85C0-E70B-847F-21AA52EC320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2A0211A-437C-C04F-7105-5A706DA37081}"/>
              </a:ext>
            </a:extLst>
          </p:cNvPr>
          <p:cNvSpPr txBox="1"/>
          <p:nvPr/>
        </p:nvSpPr>
        <p:spPr>
          <a:xfrm>
            <a:off x="65124" y="196850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R packages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A2AD06-E17F-89A3-C4B6-1A8E6B2EC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0791" y="155576"/>
            <a:ext cx="6754558" cy="28986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2C65D7-89B8-D436-B343-045688D6CC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4558" y="3241840"/>
            <a:ext cx="6327416" cy="274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357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34777-3346-1C76-2433-06B9CA77E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object 55">
            <a:extLst>
              <a:ext uri="{FF2B5EF4-FFF2-40B4-BE49-F238E27FC236}">
                <a16:creationId xmlns:a16="http://schemas.microsoft.com/office/drawing/2014/main" id="{3DB45DC3-D494-7AA8-6A89-35DA5BB583F1}"/>
              </a:ext>
            </a:extLst>
          </p:cNvPr>
          <p:cNvGrpSpPr/>
          <p:nvPr/>
        </p:nvGrpSpPr>
        <p:grpSpPr>
          <a:xfrm>
            <a:off x="0" y="6067424"/>
            <a:ext cx="8648700" cy="419100"/>
            <a:chOff x="0" y="6067424"/>
            <a:chExt cx="8648700" cy="419100"/>
          </a:xfrm>
        </p:grpSpPr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93376F88-9456-D248-9EAA-C19E293831C2}"/>
                </a:ext>
              </a:extLst>
            </p:cNvPr>
            <p:cNvSpPr/>
            <p:nvPr/>
          </p:nvSpPr>
          <p:spPr>
            <a:xfrm>
              <a:off x="0" y="6067424"/>
              <a:ext cx="8648700" cy="419100"/>
            </a:xfrm>
            <a:custGeom>
              <a:avLst/>
              <a:gdLst/>
              <a:ahLst/>
              <a:cxnLst/>
              <a:rect l="l" t="t" r="r" b="b"/>
              <a:pathLst>
                <a:path w="8648700" h="419100">
                  <a:moveTo>
                    <a:pt x="86486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8648699" y="0"/>
                  </a:lnTo>
                  <a:lnTo>
                    <a:pt x="8648699" y="419099"/>
                  </a:lnTo>
                  <a:close/>
                </a:path>
              </a:pathLst>
            </a:custGeom>
            <a:solidFill>
              <a:srgbClr val="6E6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>
              <a:extLst>
                <a:ext uri="{FF2B5EF4-FFF2-40B4-BE49-F238E27FC236}">
                  <a16:creationId xmlns:a16="http://schemas.microsoft.com/office/drawing/2014/main" id="{2A4FDC06-D88D-69C5-5EF0-699B3528A9B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0" y="6219824"/>
              <a:ext cx="666749" cy="11430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79F30AB-F1B2-B397-23F8-6A82BEC29332}"/>
              </a:ext>
            </a:extLst>
          </p:cNvPr>
          <p:cNvSpPr txBox="1"/>
          <p:nvPr/>
        </p:nvSpPr>
        <p:spPr>
          <a:xfrm>
            <a:off x="105871" y="18713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Recap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D31484-4BF7-761A-B7AF-4D2B5877EB9F}"/>
              </a:ext>
            </a:extLst>
          </p:cNvPr>
          <p:cNvSpPr txBox="1"/>
          <p:nvPr/>
        </p:nvSpPr>
        <p:spPr>
          <a:xfrm>
            <a:off x="1657350" y="1644650"/>
            <a:ext cx="2845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Working folder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3E6C3-B953-8C73-763D-38C6A6B2A11B}"/>
              </a:ext>
            </a:extLst>
          </p:cNvPr>
          <p:cNvSpPr txBox="1"/>
          <p:nvPr/>
        </p:nvSpPr>
        <p:spPr>
          <a:xfrm>
            <a:off x="1657350" y="2101850"/>
            <a:ext cx="3974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 the path to the Working folder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28B730-BF67-FE87-4296-CD801658E1B0}"/>
              </a:ext>
            </a:extLst>
          </p:cNvPr>
          <p:cNvSpPr txBox="1"/>
          <p:nvPr/>
        </p:nvSpPr>
        <p:spPr>
          <a:xfrm>
            <a:off x="1657350" y="2627022"/>
            <a:ext cx="5192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the first R script, named, </a:t>
            </a:r>
            <a:r>
              <a:rPr lang="en-US" dirty="0" err="1"/>
              <a:t>Example.R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17AD38-5CA1-A8FB-AFCE-C66998D61DE9}"/>
              </a:ext>
            </a:extLst>
          </p:cNvPr>
          <p:cNvSpPr txBox="1"/>
          <p:nvPr/>
        </p:nvSpPr>
        <p:spPr>
          <a:xfrm>
            <a:off x="1657350" y="3180185"/>
            <a:ext cx="1653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Syntax in 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CC0829-3E1C-CB73-11BE-6C3B1911721D}"/>
              </a:ext>
            </a:extLst>
          </p:cNvPr>
          <p:cNvSpPr txBox="1"/>
          <p:nvPr/>
        </p:nvSpPr>
        <p:spPr>
          <a:xfrm>
            <a:off x="1657350" y="3756333"/>
            <a:ext cx="430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Hash tag is important for commenting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299093-BA97-D339-D2E2-98FF2C2A5906}"/>
              </a:ext>
            </a:extLst>
          </p:cNvPr>
          <p:cNvSpPr txBox="1"/>
          <p:nvPr/>
        </p:nvSpPr>
        <p:spPr>
          <a:xfrm>
            <a:off x="1695182" y="4384060"/>
            <a:ext cx="6320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 packages have predefined function and can be reused </a:t>
            </a:r>
          </a:p>
        </p:txBody>
      </p:sp>
    </p:spTree>
    <p:extLst>
      <p:ext uri="{BB962C8B-B14F-4D97-AF65-F5344CB8AC3E}">
        <p14:creationId xmlns:p14="http://schemas.microsoft.com/office/powerpoint/2010/main" val="2173968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2" grpId="0"/>
      <p:bldP spid="7" grpId="0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4A9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585</TotalTime>
  <Words>631</Words>
  <Application>Microsoft Macintosh PowerPoint</Application>
  <PresentationFormat>Custom</PresentationFormat>
  <Paragraphs>137</Paragraphs>
  <Slides>38</Slides>
  <Notes>37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Arial</vt:lpstr>
      <vt:lpstr>Calibri</vt:lpstr>
      <vt:lpstr>Courier New</vt:lpstr>
      <vt:lpstr>Times New Roman</vt:lpstr>
      <vt:lpstr>Office Theme</vt:lpstr>
      <vt:lpstr>R course for beginners</vt:lpstr>
      <vt:lpstr>Who we 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Genomics &amp; Transcriptomics Single-cell RNA-seq</dc:title>
  <cp:lastModifiedBy>Gupta, Manoj Kumar PhD</cp:lastModifiedBy>
  <cp:revision>110</cp:revision>
  <dcterms:created xsi:type="dcterms:W3CDTF">2026-03-23T08:21:17Z</dcterms:created>
  <dcterms:modified xsi:type="dcterms:W3CDTF">2026-05-07T11:17:50Z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2026-03-19T00:00:00Z</vt:filetime>
  </property>
  <property fmtid="{D5CDD505-2E9C-101B-9397-08002B2CF9AE}" pid="3" name="Creator">
    <vt:lpwstr>Decktape</vt:lpwstr>
  </property>
  <property fmtid="{D5CDD505-2E9C-101B-9397-08002B2CF9AE}" pid="4" name="LastSaved">
    <vt:filetime>2026-03-23T00:00:00Z</vt:filetime>
  </property>
  <property fmtid="{D5CDD505-2E9C-101B-9397-08002B2CF9AE}" pid="5" name="Producer">
    <vt:lpwstr>pdf-lib (https://github.com/Hopding/pdf-lib)</vt:lpwstr>
  </property>
</Properties>
</file>